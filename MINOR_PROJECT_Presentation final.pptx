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63" r:id="rId5"/>
    <p:sldId id="261" r:id="rId6"/>
    <p:sldId id="271" r:id="rId7"/>
    <p:sldId id="264" r:id="rId8"/>
    <p:sldId id="266" r:id="rId9"/>
    <p:sldId id="272" r:id="rId10"/>
    <p:sldId id="273" r:id="rId11"/>
    <p:sldId id="274" r:id="rId12"/>
    <p:sldId id="275" r:id="rId13"/>
    <p:sldId id="276" r:id="rId14"/>
    <p:sldId id="270" r:id="rId15"/>
  </p:sldIdLst>
  <p:sldSz cx="12192000" cy="6858000"/>
  <p:notesSz cx="6858000" cy="9144000"/>
  <p:embeddedFontLst>
    <p:embeddedFont>
      <p:font typeface="Franklin Gothic" panose="020B0604020202020204" charset="0"/>
      <p:bold r:id="rId17"/>
    </p:embeddedFont>
    <p:embeddedFont>
      <p:font typeface="Libre Franklin" pitchFamily="2" charset="0"/>
      <p:regular r:id="rId18"/>
      <p:bold r:id="rId19"/>
      <p:italic r:id="rId20"/>
      <p:boldItalic r:id="rId21"/>
    </p:embeddedFont>
    <p:embeddedFont>
      <p:font typeface="Roboto"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0" roundtripDataSignature="AMtx7mi1sBDdHb2XsYteFNPHBFMUQvu/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444" autoAdjust="0"/>
  </p:normalViewPr>
  <p:slideViewPr>
    <p:cSldViewPr snapToGrid="0">
      <p:cViewPr varScale="1">
        <p:scale>
          <a:sx n="74" d="100"/>
          <a:sy n="74" d="100"/>
        </p:scale>
        <p:origin x="34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30"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690346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0363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7379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5020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3997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8281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6102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7140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6118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bg>
      <p:bgPr>
        <a:solidFill>
          <a:schemeClr val="lt1"/>
        </a:solidFill>
        <a:effectLst/>
      </p:bgPr>
    </p:bg>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367054" y="2116182"/>
            <a:ext cx="5491571" cy="1514019"/>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6000"/>
              <a:buFont typeface="Franklin Gothic"/>
              <a:buNone/>
              <a:defRPr sz="60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grpSp>
        <p:nvGrpSpPr>
          <p:cNvPr id="17" name="Google Shape;17;p7"/>
          <p:cNvGrpSpPr/>
          <p:nvPr/>
        </p:nvGrpSpPr>
        <p:grpSpPr>
          <a:xfrm>
            <a:off x="1" y="758752"/>
            <a:ext cx="6099248" cy="6099248"/>
            <a:chOff x="0" y="12289"/>
            <a:chExt cx="3550" cy="3551"/>
          </a:xfrm>
        </p:grpSpPr>
        <p:sp>
          <p:nvSpPr>
            <p:cNvPr id="18" name="Google Shape;18;p7"/>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9" name="Google Shape;19;p7"/>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0" name="Google Shape;20;p7"/>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21" name="Google Shape;21;p7"/>
          <p:cNvSpPr txBox="1">
            <a:spLocks noGrp="1"/>
          </p:cNvSpPr>
          <p:nvPr>
            <p:ph type="body" idx="1"/>
          </p:nvPr>
        </p:nvSpPr>
        <p:spPr>
          <a:xfrm>
            <a:off x="6367055" y="4549553"/>
            <a:ext cx="5491570" cy="9533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22" name="Google Shape;22;p7"/>
          <p:cNvCxnSpPr/>
          <p:nvPr/>
        </p:nvCxnSpPr>
        <p:spPr>
          <a:xfrm>
            <a:off x="5839833" y="5784349"/>
            <a:ext cx="2133600" cy="3992"/>
          </a:xfrm>
          <a:prstGeom prst="straightConnector1">
            <a:avLst/>
          </a:prstGeom>
          <a:noFill/>
          <a:ln w="101600" cap="flat" cmpd="sng">
            <a:solidFill>
              <a:schemeClr val="lt2"/>
            </a:solidFill>
            <a:prstDash val="solid"/>
            <a:miter lim="800000"/>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23"/>
        <p:cNvGrpSpPr/>
        <p:nvPr/>
      </p:nvGrpSpPr>
      <p:grpSpPr>
        <a:xfrm>
          <a:off x="0" y="0"/>
          <a:ext cx="0" cy="0"/>
          <a:chOff x="0" y="0"/>
          <a:chExt cx="0" cy="0"/>
        </a:xfrm>
      </p:grpSpPr>
      <p:grpSp>
        <p:nvGrpSpPr>
          <p:cNvPr id="24" name="Google Shape;24;p8"/>
          <p:cNvGrpSpPr/>
          <p:nvPr/>
        </p:nvGrpSpPr>
        <p:grpSpPr>
          <a:xfrm rot="5400000" flipH="1">
            <a:off x="0" y="3900132"/>
            <a:ext cx="2959226" cy="2959226"/>
            <a:chOff x="0" y="12289"/>
            <a:chExt cx="3550" cy="3551"/>
          </a:xfrm>
        </p:grpSpPr>
        <p:sp>
          <p:nvSpPr>
            <p:cNvPr id="25" name="Google Shape;25;p8"/>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6" name="Google Shape;26;p8"/>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7" name="Google Shape;27;p8"/>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28" name="Google Shape;28;p8"/>
          <p:cNvSpPr>
            <a:spLocks noGrp="1"/>
          </p:cNvSpPr>
          <p:nvPr>
            <p:ph type="pic" idx="2"/>
          </p:nvPr>
        </p:nvSpPr>
        <p:spPr>
          <a:xfrm>
            <a:off x="6096000" y="-22543"/>
            <a:ext cx="6096000" cy="6903086"/>
          </a:xfrm>
          <a:prstGeom prst="rect">
            <a:avLst/>
          </a:prstGeom>
          <a:noFill/>
          <a:ln>
            <a:noFill/>
          </a:ln>
        </p:spPr>
      </p:sp>
      <p:sp>
        <p:nvSpPr>
          <p:cNvPr id="29" name="Google Shape;29;p8"/>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30" name="Google Shape;30;p8"/>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31" name="Google Shape;31;p8"/>
          <p:cNvSpPr txBox="1">
            <a:spLocks noGrp="1"/>
          </p:cNvSpPr>
          <p:nvPr>
            <p:ph type="body" idx="1"/>
          </p:nvPr>
        </p:nvSpPr>
        <p:spPr>
          <a:xfrm>
            <a:off x="952499" y="2289363"/>
            <a:ext cx="4572001" cy="27952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2" name="Google Shape;32;p8"/>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8"/>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8"/>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3480">
          <p15:clr>
            <a:srgbClr val="FBAE40"/>
          </p15:clr>
        </p15:guide>
        <p15:guide id="3" orient="horz" pos="1440">
          <p15:clr>
            <a:srgbClr val="FBAE40"/>
          </p15:clr>
        </p15:guide>
        <p15:guide id="4" orient="horz" pos="1224">
          <p15:clr>
            <a:srgbClr val="FBAE40"/>
          </p15:clr>
        </p15:guide>
        <p15:guide id="5" orient="horz" pos="5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mmary ">
  <p:cSld name="Summary ">
    <p:bg>
      <p:bgPr>
        <a:solidFill>
          <a:schemeClr val="lt1"/>
        </a:solidFill>
        <a:effectLst/>
      </p:bgPr>
    </p:bg>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37" name="Google Shape;37;p9"/>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38" name="Google Shape;38;p9"/>
          <p:cNvSpPr txBox="1">
            <a:spLocks noGrp="1"/>
          </p:cNvSpPr>
          <p:nvPr>
            <p:ph type="body" idx="1"/>
          </p:nvPr>
        </p:nvSpPr>
        <p:spPr>
          <a:xfrm>
            <a:off x="952500"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39" name="Google Shape;39;p9"/>
          <p:cNvGrpSpPr/>
          <p:nvPr/>
        </p:nvGrpSpPr>
        <p:grpSpPr>
          <a:xfrm rot="10800000">
            <a:off x="8870040" y="0"/>
            <a:ext cx="3325208" cy="3325208"/>
            <a:chOff x="0" y="12289"/>
            <a:chExt cx="3550" cy="3551"/>
          </a:xfrm>
        </p:grpSpPr>
        <p:sp>
          <p:nvSpPr>
            <p:cNvPr id="40" name="Google Shape;40;p9"/>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41" name="Google Shape;41;p9"/>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42" name="Google Shape;42;p9"/>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43" name="Google Shape;43;p9"/>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4" name="Google Shape;44;p9"/>
          <p:cNvSpPr txBox="1">
            <a:spLocks noGrp="1"/>
          </p:cNvSpPr>
          <p:nvPr>
            <p:ph type="body" idx="3"/>
          </p:nvPr>
        </p:nvSpPr>
        <p:spPr>
          <a:xfrm>
            <a:off x="953655" y="3841846"/>
            <a:ext cx="4838700" cy="636754"/>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9"/>
          <p:cNvSpPr txBox="1">
            <a:spLocks noGrp="1"/>
          </p:cNvSpPr>
          <p:nvPr>
            <p:ph type="body" idx="4"/>
          </p:nvPr>
        </p:nvSpPr>
        <p:spPr>
          <a:xfrm>
            <a:off x="953655"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6" name="Google Shape;46;p9"/>
          <p:cNvSpPr txBox="1">
            <a:spLocks noGrp="1"/>
          </p:cNvSpPr>
          <p:nvPr>
            <p:ph type="body" idx="5"/>
          </p:nvPr>
        </p:nvSpPr>
        <p:spPr>
          <a:xfrm>
            <a:off x="952500" y="5017901"/>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7" name="Google Shape;47;p9"/>
          <p:cNvSpPr txBox="1">
            <a:spLocks noGrp="1"/>
          </p:cNvSpPr>
          <p:nvPr>
            <p:ph type="body" idx="6"/>
          </p:nvPr>
        </p:nvSpPr>
        <p:spPr>
          <a:xfrm>
            <a:off x="952500" y="4646997"/>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8" name="Google Shape;48;p9"/>
          <p:cNvSpPr txBox="1">
            <a:spLocks noGrp="1"/>
          </p:cNvSpPr>
          <p:nvPr>
            <p:ph type="body" idx="7"/>
          </p:nvPr>
        </p:nvSpPr>
        <p:spPr>
          <a:xfrm>
            <a:off x="6399647" y="2656904"/>
            <a:ext cx="4838700" cy="57431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9" name="Google Shape;49;p9"/>
          <p:cNvSpPr txBox="1">
            <a:spLocks noGrp="1"/>
          </p:cNvSpPr>
          <p:nvPr>
            <p:ph type="body" idx="8"/>
          </p:nvPr>
        </p:nvSpPr>
        <p:spPr>
          <a:xfrm>
            <a:off x="6399647" y="2286000"/>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0" name="Google Shape;50;p9"/>
          <p:cNvSpPr txBox="1">
            <a:spLocks noGrp="1"/>
          </p:cNvSpPr>
          <p:nvPr>
            <p:ph type="body" idx="9"/>
          </p:nvPr>
        </p:nvSpPr>
        <p:spPr>
          <a:xfrm>
            <a:off x="6399647" y="3841846"/>
            <a:ext cx="4838700" cy="9083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atin typeface="Libre Franklin"/>
                <a:ea typeface="Libre Franklin"/>
                <a:cs typeface="Libre Franklin"/>
                <a:sym typeface="Libre Franklin"/>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1" name="Google Shape;51;p9"/>
          <p:cNvSpPr txBox="1">
            <a:spLocks noGrp="1"/>
          </p:cNvSpPr>
          <p:nvPr>
            <p:ph type="body" idx="13"/>
          </p:nvPr>
        </p:nvSpPr>
        <p:spPr>
          <a:xfrm>
            <a:off x="6399647" y="3470942"/>
            <a:ext cx="4838700" cy="315915"/>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2"/>
              </a:buClr>
              <a:buSzPts val="1800"/>
              <a:buNone/>
              <a:defRPr sz="1800" b="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400"/>
              <a:buNone/>
              <a:defRPr/>
            </a:lvl2pPr>
            <a:lvl3pPr marL="1371600" lvl="2" indent="-228600" algn="l">
              <a:lnSpc>
                <a:spcPct val="90000"/>
              </a:lnSpc>
              <a:spcBef>
                <a:spcPts val="500"/>
              </a:spcBef>
              <a:spcAft>
                <a:spcPts val="0"/>
              </a:spcAft>
              <a:buClr>
                <a:schemeClr val="dk1"/>
              </a:buClr>
              <a:buSzPts val="20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52" name="Google Shape;52;p9"/>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9"/>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5"/>
        <p:cNvGrpSpPr/>
        <p:nvPr/>
      </p:nvGrpSpPr>
      <p:grpSpPr>
        <a:xfrm>
          <a:off x="0" y="0"/>
          <a:ext cx="0" cy="0"/>
          <a:chOff x="0" y="0"/>
          <a:chExt cx="0" cy="0"/>
        </a:xfrm>
      </p:grpSpPr>
      <p:grpSp>
        <p:nvGrpSpPr>
          <p:cNvPr id="56" name="Google Shape;56;p10"/>
          <p:cNvGrpSpPr/>
          <p:nvPr/>
        </p:nvGrpSpPr>
        <p:grpSpPr>
          <a:xfrm>
            <a:off x="6362700" y="0"/>
            <a:ext cx="5829298" cy="3235602"/>
            <a:chOff x="5612972" y="1"/>
            <a:chExt cx="6615961" cy="3672246"/>
          </a:xfrm>
        </p:grpSpPr>
        <p:sp>
          <p:nvSpPr>
            <p:cNvPr id="57" name="Google Shape;57;p10"/>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58" name="Google Shape;58;p10"/>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59" name="Google Shape;59;p10"/>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60" name="Google Shape;60;p10"/>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61" name="Google Shape;61;p10"/>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62" name="Google Shape;62;p10"/>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63" name="Google Shape;63;p10"/>
          <p:cNvCxnSpPr/>
          <p:nvPr/>
        </p:nvCxnSpPr>
        <p:spPr>
          <a:xfrm>
            <a:off x="952500" y="1934655"/>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64" name="Google Shape;64;p10"/>
          <p:cNvSpPr txBox="1">
            <a:spLocks noGrp="1"/>
          </p:cNvSpPr>
          <p:nvPr>
            <p:ph type="body" idx="1"/>
          </p:nvPr>
        </p:nvSpPr>
        <p:spPr>
          <a:xfrm>
            <a:off x="952500" y="2818296"/>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5" name="Google Shape;65;p10"/>
          <p:cNvSpPr txBox="1">
            <a:spLocks noGrp="1"/>
          </p:cNvSpPr>
          <p:nvPr>
            <p:ph type="body" idx="2"/>
          </p:nvPr>
        </p:nvSpPr>
        <p:spPr>
          <a:xfrm>
            <a:off x="952500" y="2209800"/>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66" name="Google Shape;66;p10"/>
          <p:cNvCxnSpPr/>
          <p:nvPr/>
        </p:nvCxnSpPr>
        <p:spPr>
          <a:xfrm>
            <a:off x="3663043"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67" name="Google Shape;67;p10"/>
          <p:cNvSpPr txBox="1">
            <a:spLocks noGrp="1"/>
          </p:cNvSpPr>
          <p:nvPr>
            <p:ph type="body" idx="3"/>
          </p:nvPr>
        </p:nvSpPr>
        <p:spPr>
          <a:xfrm>
            <a:off x="3663042" y="2818296"/>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8" name="Google Shape;68;p10"/>
          <p:cNvSpPr txBox="1">
            <a:spLocks noGrp="1"/>
          </p:cNvSpPr>
          <p:nvPr>
            <p:ph type="body" idx="4"/>
          </p:nvPr>
        </p:nvSpPr>
        <p:spPr>
          <a:xfrm>
            <a:off x="3663042" y="2209800"/>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69" name="Google Shape;69;p10"/>
          <p:cNvCxnSpPr/>
          <p:nvPr/>
        </p:nvCxnSpPr>
        <p:spPr>
          <a:xfrm>
            <a:off x="952500" y="4248119"/>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0" name="Google Shape;70;p10"/>
          <p:cNvSpPr txBox="1">
            <a:spLocks noGrp="1"/>
          </p:cNvSpPr>
          <p:nvPr>
            <p:ph type="body" idx="5"/>
          </p:nvPr>
        </p:nvSpPr>
        <p:spPr>
          <a:xfrm>
            <a:off x="952500" y="5131299"/>
            <a:ext cx="2133600"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1" name="Google Shape;71;p10"/>
          <p:cNvSpPr txBox="1">
            <a:spLocks noGrp="1"/>
          </p:cNvSpPr>
          <p:nvPr>
            <p:ph type="body" idx="6"/>
          </p:nvPr>
        </p:nvSpPr>
        <p:spPr>
          <a:xfrm>
            <a:off x="952500" y="4522803"/>
            <a:ext cx="2133600"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72" name="Google Shape;72;p10"/>
          <p:cNvCxnSpPr/>
          <p:nvPr/>
        </p:nvCxnSpPr>
        <p:spPr>
          <a:xfrm>
            <a:off x="3663043"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3" name="Google Shape;73;p10"/>
          <p:cNvSpPr txBox="1">
            <a:spLocks noGrp="1"/>
          </p:cNvSpPr>
          <p:nvPr>
            <p:ph type="body" idx="7"/>
          </p:nvPr>
        </p:nvSpPr>
        <p:spPr>
          <a:xfrm>
            <a:off x="3663042" y="5131299"/>
            <a:ext cx="2128157"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4" name="Google Shape;74;p10"/>
          <p:cNvSpPr txBox="1">
            <a:spLocks noGrp="1"/>
          </p:cNvSpPr>
          <p:nvPr>
            <p:ph type="body" idx="8"/>
          </p:nvPr>
        </p:nvSpPr>
        <p:spPr>
          <a:xfrm>
            <a:off x="3663042" y="4522803"/>
            <a:ext cx="2128157"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75" name="Google Shape;75;p10"/>
          <p:cNvCxnSpPr/>
          <p:nvPr/>
        </p:nvCxnSpPr>
        <p:spPr>
          <a:xfrm>
            <a:off x="6367055" y="4252111"/>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76" name="Google Shape;76;p10"/>
          <p:cNvSpPr txBox="1">
            <a:spLocks noGrp="1"/>
          </p:cNvSpPr>
          <p:nvPr>
            <p:ph type="body" idx="9"/>
          </p:nvPr>
        </p:nvSpPr>
        <p:spPr>
          <a:xfrm>
            <a:off x="6367054" y="5131299"/>
            <a:ext cx="2129245" cy="369332"/>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7" name="Google Shape;77;p10"/>
          <p:cNvSpPr txBox="1">
            <a:spLocks noGrp="1"/>
          </p:cNvSpPr>
          <p:nvPr>
            <p:ph type="body" idx="13"/>
          </p:nvPr>
        </p:nvSpPr>
        <p:spPr>
          <a:xfrm>
            <a:off x="6367054" y="4522803"/>
            <a:ext cx="2129245" cy="205837"/>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4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78" name="Google Shape;78;p10"/>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0"/>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reak">
  <p:cSld name="Break">
    <p:bg>
      <p:bgPr>
        <a:solidFill>
          <a:schemeClr val="lt1"/>
        </a:solidFill>
        <a:effectLst/>
      </p:bgPr>
    </p:bg>
    <p:spTree>
      <p:nvGrpSpPr>
        <p:cNvPr id="1" name="Shape 81"/>
        <p:cNvGrpSpPr/>
        <p:nvPr/>
      </p:nvGrpSpPr>
      <p:grpSpPr>
        <a:xfrm>
          <a:off x="0" y="0"/>
          <a:ext cx="0" cy="0"/>
          <a:chOff x="0" y="0"/>
          <a:chExt cx="0" cy="0"/>
        </a:xfrm>
      </p:grpSpPr>
      <p:sp>
        <p:nvSpPr>
          <p:cNvPr id="82" name="Google Shape;82;p11"/>
          <p:cNvSpPr>
            <a:spLocks noGrp="1"/>
          </p:cNvSpPr>
          <p:nvPr>
            <p:ph type="pic" idx="2"/>
          </p:nvPr>
        </p:nvSpPr>
        <p:spPr>
          <a:xfrm>
            <a:off x="0" y="0"/>
            <a:ext cx="12191998" cy="6858000"/>
          </a:xfrm>
          <a:prstGeom prst="rect">
            <a:avLst/>
          </a:prstGeom>
          <a:solidFill>
            <a:schemeClr val="accent2"/>
          </a:solidFill>
          <a:ln>
            <a:noFill/>
          </a:ln>
        </p:spPr>
      </p:sp>
      <p:sp>
        <p:nvSpPr>
          <p:cNvPr id="83" name="Google Shape;83;p11"/>
          <p:cNvSpPr txBox="1">
            <a:spLocks noGrp="1"/>
          </p:cNvSpPr>
          <p:nvPr>
            <p:ph type="title"/>
          </p:nvPr>
        </p:nvSpPr>
        <p:spPr>
          <a:xfrm>
            <a:off x="7193943" y="3045437"/>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4100"/>
              <a:buFont typeface="Franklin Gothic"/>
              <a:buNone/>
              <a:defRPr sz="4100" b="1" i="0">
                <a:solidFill>
                  <a:schemeClr val="lt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84" name="Google Shape;84;p11"/>
          <p:cNvCxnSpPr/>
          <p:nvPr/>
        </p:nvCxnSpPr>
        <p:spPr>
          <a:xfrm>
            <a:off x="7154721" y="4003877"/>
            <a:ext cx="2133600" cy="3992"/>
          </a:xfrm>
          <a:prstGeom prst="straightConnector1">
            <a:avLst/>
          </a:prstGeom>
          <a:noFill/>
          <a:ln w="101600" cap="flat" cmpd="sng">
            <a:solidFill>
              <a:schemeClr val="lt2"/>
            </a:solidFill>
            <a:prstDash val="solid"/>
            <a:miter lim="800000"/>
            <a:headEnd type="none" w="sm" len="sm"/>
            <a:tailEnd type="none" w="sm" len="sm"/>
          </a:ln>
        </p:spPr>
      </p:cxnSp>
      <p:grpSp>
        <p:nvGrpSpPr>
          <p:cNvPr id="85" name="Google Shape;85;p11"/>
          <p:cNvGrpSpPr/>
          <p:nvPr/>
        </p:nvGrpSpPr>
        <p:grpSpPr>
          <a:xfrm rot="10800000">
            <a:off x="9509760" y="-3"/>
            <a:ext cx="2682238" cy="2682238"/>
            <a:chOff x="0" y="12289"/>
            <a:chExt cx="3550" cy="3551"/>
          </a:xfrm>
        </p:grpSpPr>
        <p:sp>
          <p:nvSpPr>
            <p:cNvPr id="86" name="Google Shape;86;p11"/>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87" name="Google Shape;87;p11"/>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88" name="Google Shape;88;p11"/>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7104">
          <p15:clr>
            <a:srgbClr val="FBAE40"/>
          </p15:clr>
        </p15:guide>
        <p15:guide id="2" pos="4344">
          <p15:clr>
            <a:srgbClr val="FBAE40"/>
          </p15:clr>
        </p15:guide>
        <p15:guide id="3" pos="4560">
          <p15:clr>
            <a:srgbClr val="FBAE40"/>
          </p15:clr>
        </p15:guide>
        <p15:guide id="4" orient="horz" pos="18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lt1"/>
        </a:solidFill>
        <a:effectLst/>
      </p:bgPr>
    </p:bg>
    <p:spTree>
      <p:nvGrpSpPr>
        <p:cNvPr id="1" name="Shape 89"/>
        <p:cNvGrpSpPr/>
        <p:nvPr/>
      </p:nvGrpSpPr>
      <p:grpSpPr>
        <a:xfrm>
          <a:off x="0" y="0"/>
          <a:ext cx="0" cy="0"/>
          <a:chOff x="0" y="0"/>
          <a:chExt cx="0" cy="0"/>
        </a:xfrm>
      </p:grpSpPr>
      <p:sp>
        <p:nvSpPr>
          <p:cNvPr id="90" name="Google Shape;90;p12"/>
          <p:cNvSpPr>
            <a:spLocks noGrp="1"/>
          </p:cNvSpPr>
          <p:nvPr>
            <p:ph type="chart" idx="2"/>
          </p:nvPr>
        </p:nvSpPr>
        <p:spPr>
          <a:xfrm>
            <a:off x="952500" y="1939108"/>
            <a:ext cx="10352810" cy="4110702"/>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Libre Franklin"/>
                <a:ea typeface="Libre Franklin"/>
                <a:cs typeface="Libre Franklin"/>
                <a:sym typeface="Libre Franklin"/>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R="0" lvl="5"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R="0" lvl="6"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R="0" lvl="7"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R="0" lvl="8"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91" name="Google Shape;91;p12"/>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2"/>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2"/>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95"/>
        <p:cNvGrpSpPr/>
        <p:nvPr/>
      </p:nvGrpSpPr>
      <p:grpSpPr>
        <a:xfrm>
          <a:off x="0" y="0"/>
          <a:ext cx="0" cy="0"/>
          <a:chOff x="0" y="0"/>
          <a:chExt cx="0" cy="0"/>
        </a:xfrm>
      </p:grpSpPr>
      <p:sp>
        <p:nvSpPr>
          <p:cNvPr id="96" name="Google Shape;96;p13"/>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3"/>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3"/>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9"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Quote">
    <p:bg>
      <p:bgPr>
        <a:solidFill>
          <a:schemeClr val="lt1"/>
        </a:solidFill>
        <a:effectLst/>
      </p:bgPr>
    </p:bg>
    <p:spTree>
      <p:nvGrpSpPr>
        <p:cNvPr id="1" name="Shape 100"/>
        <p:cNvGrpSpPr/>
        <p:nvPr/>
      </p:nvGrpSpPr>
      <p:grpSpPr>
        <a:xfrm>
          <a:off x="0" y="0"/>
          <a:ext cx="0" cy="0"/>
          <a:chOff x="0" y="0"/>
          <a:chExt cx="0" cy="0"/>
        </a:xfrm>
      </p:grpSpPr>
      <p:sp>
        <p:nvSpPr>
          <p:cNvPr id="101" name="Google Shape;101;p14"/>
          <p:cNvSpPr txBox="1">
            <a:spLocks noGrp="1"/>
          </p:cNvSpPr>
          <p:nvPr>
            <p:ph type="title"/>
          </p:nvPr>
        </p:nvSpPr>
        <p:spPr>
          <a:xfrm>
            <a:off x="964022" y="2476500"/>
            <a:ext cx="7132320" cy="3289971"/>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2800"/>
              <a:buFont typeface="Libre Franklin"/>
              <a:buNone/>
              <a:defRPr sz="2800" b="0" i="0">
                <a:solidFill>
                  <a:schemeClr val="dk1"/>
                </a:solidFill>
                <a:latin typeface="Libre Franklin"/>
                <a:ea typeface="Libre Franklin"/>
                <a:cs typeface="Libre Franklin"/>
                <a:sym typeface="Libre Frankli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p:nvPr/>
        </p:nvSpPr>
        <p:spPr>
          <a:xfrm>
            <a:off x="699948" y="548291"/>
            <a:ext cx="1589372" cy="31700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0" b="1">
                <a:solidFill>
                  <a:schemeClr val="dk1"/>
                </a:solidFill>
                <a:latin typeface="Libre Franklin"/>
                <a:ea typeface="Libre Franklin"/>
                <a:cs typeface="Libre Franklin"/>
                <a:sym typeface="Libre Franklin"/>
              </a:rPr>
              <a:t>“</a:t>
            </a:r>
            <a:endParaRPr/>
          </a:p>
        </p:txBody>
      </p:sp>
      <p:grpSp>
        <p:nvGrpSpPr>
          <p:cNvPr id="103" name="Google Shape;103;p14"/>
          <p:cNvGrpSpPr/>
          <p:nvPr/>
        </p:nvGrpSpPr>
        <p:grpSpPr>
          <a:xfrm>
            <a:off x="6362700" y="0"/>
            <a:ext cx="5829298" cy="3235602"/>
            <a:chOff x="5612972" y="1"/>
            <a:chExt cx="6615961" cy="3672246"/>
          </a:xfrm>
        </p:grpSpPr>
        <p:sp>
          <p:nvSpPr>
            <p:cNvPr id="104" name="Google Shape;104;p14"/>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5" name="Google Shape;105;p14"/>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6" name="Google Shape;106;p14"/>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7" name="Google Shape;107;p14"/>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08" name="Google Shape;108;p14"/>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grpSp>
        <p:nvGrpSpPr>
          <p:cNvPr id="109" name="Google Shape;109;p14"/>
          <p:cNvGrpSpPr/>
          <p:nvPr/>
        </p:nvGrpSpPr>
        <p:grpSpPr>
          <a:xfrm rot="5400000" flipH="1">
            <a:off x="0" y="3900132"/>
            <a:ext cx="2959226" cy="2959226"/>
            <a:chOff x="0" y="12289"/>
            <a:chExt cx="3550" cy="3551"/>
          </a:xfrm>
        </p:grpSpPr>
        <p:sp>
          <p:nvSpPr>
            <p:cNvPr id="110" name="Google Shape;110;p14"/>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1" name="Google Shape;111;p14"/>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2" name="Google Shape;112;p14"/>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eam">
  <p:cSld name="Team">
    <p:bg>
      <p:bgPr>
        <a:solidFill>
          <a:schemeClr val="lt1"/>
        </a:solidFill>
        <a:effectLst/>
      </p:bgPr>
    </p:bg>
    <p:spTree>
      <p:nvGrpSpPr>
        <p:cNvPr id="1" name="Shape 113"/>
        <p:cNvGrpSpPr/>
        <p:nvPr/>
      </p:nvGrpSpPr>
      <p:grpSpPr>
        <a:xfrm>
          <a:off x="0" y="0"/>
          <a:ext cx="0" cy="0"/>
          <a:chOff x="0" y="0"/>
          <a:chExt cx="0" cy="0"/>
        </a:xfrm>
      </p:grpSpPr>
      <p:grpSp>
        <p:nvGrpSpPr>
          <p:cNvPr id="114" name="Google Shape;114;p15"/>
          <p:cNvGrpSpPr/>
          <p:nvPr/>
        </p:nvGrpSpPr>
        <p:grpSpPr>
          <a:xfrm rot="5400000" flipH="1">
            <a:off x="0" y="3900132"/>
            <a:ext cx="2959226" cy="2959226"/>
            <a:chOff x="0" y="12289"/>
            <a:chExt cx="3550" cy="3551"/>
          </a:xfrm>
        </p:grpSpPr>
        <p:sp>
          <p:nvSpPr>
            <p:cNvPr id="115" name="Google Shape;115;p15"/>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6" name="Google Shape;116;p15"/>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17" name="Google Shape;117;p15"/>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18" name="Google Shape;118;p15"/>
          <p:cNvSpPr>
            <a:spLocks noGrp="1"/>
          </p:cNvSpPr>
          <p:nvPr>
            <p:ph type="pic" idx="2"/>
          </p:nvPr>
        </p:nvSpPr>
        <p:spPr>
          <a:xfrm>
            <a:off x="954268" y="2572883"/>
            <a:ext cx="2118245" cy="2037217"/>
          </a:xfrm>
          <a:prstGeom prst="rect">
            <a:avLst/>
          </a:prstGeom>
          <a:noFill/>
          <a:ln>
            <a:noFill/>
          </a:ln>
        </p:spPr>
      </p:sp>
      <p:sp>
        <p:nvSpPr>
          <p:cNvPr id="119" name="Google Shape;119;p15"/>
          <p:cNvSpPr txBox="1">
            <a:spLocks noGrp="1"/>
          </p:cNvSpPr>
          <p:nvPr>
            <p:ph type="title"/>
          </p:nvPr>
        </p:nvSpPr>
        <p:spPr>
          <a:xfrm>
            <a:off x="964022" y="879063"/>
            <a:ext cx="75322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120" name="Google Shape;120;p15"/>
          <p:cNvCxnSpPr/>
          <p:nvPr/>
        </p:nvCxnSpPr>
        <p:spPr>
          <a:xfrm>
            <a:off x="952500" y="1939108"/>
            <a:ext cx="2133600" cy="0"/>
          </a:xfrm>
          <a:prstGeom prst="straightConnector1">
            <a:avLst/>
          </a:prstGeom>
          <a:noFill/>
          <a:ln w="101600" cap="flat" cmpd="sng">
            <a:solidFill>
              <a:schemeClr val="lt1"/>
            </a:solidFill>
            <a:prstDash val="solid"/>
            <a:miter lim="800000"/>
            <a:headEnd type="none" w="sm" len="sm"/>
            <a:tailEnd type="none" w="sm" len="sm"/>
          </a:ln>
        </p:spPr>
      </p:cxnSp>
      <p:sp>
        <p:nvSpPr>
          <p:cNvPr id="121" name="Google Shape;121;p15"/>
          <p:cNvSpPr>
            <a:spLocks noGrp="1"/>
          </p:cNvSpPr>
          <p:nvPr>
            <p:ph type="pic" idx="3"/>
          </p:nvPr>
        </p:nvSpPr>
        <p:spPr>
          <a:xfrm>
            <a:off x="3658280" y="2572883"/>
            <a:ext cx="2118245" cy="2037217"/>
          </a:xfrm>
          <a:prstGeom prst="rect">
            <a:avLst/>
          </a:prstGeom>
          <a:noFill/>
          <a:ln>
            <a:noFill/>
          </a:ln>
        </p:spPr>
      </p:sp>
      <p:sp>
        <p:nvSpPr>
          <p:cNvPr id="122" name="Google Shape;122;p15"/>
          <p:cNvSpPr txBox="1">
            <a:spLocks noGrp="1"/>
          </p:cNvSpPr>
          <p:nvPr>
            <p:ph type="body" idx="1"/>
          </p:nvPr>
        </p:nvSpPr>
        <p:spPr>
          <a:xfrm>
            <a:off x="952500" y="5393169"/>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3" name="Google Shape;123;p15"/>
          <p:cNvSpPr txBox="1">
            <a:spLocks noGrp="1"/>
          </p:cNvSpPr>
          <p:nvPr>
            <p:ph type="body" idx="4"/>
          </p:nvPr>
        </p:nvSpPr>
        <p:spPr>
          <a:xfrm>
            <a:off x="952500" y="4986745"/>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4" name="Google Shape;124;p15"/>
          <p:cNvSpPr txBox="1">
            <a:spLocks noGrp="1"/>
          </p:cNvSpPr>
          <p:nvPr>
            <p:ph type="body" idx="5"/>
          </p:nvPr>
        </p:nvSpPr>
        <p:spPr>
          <a:xfrm>
            <a:off x="3663042" y="5393169"/>
            <a:ext cx="2128157"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5" name="Google Shape;125;p15"/>
          <p:cNvSpPr txBox="1">
            <a:spLocks noGrp="1"/>
          </p:cNvSpPr>
          <p:nvPr>
            <p:ph type="body" idx="6"/>
          </p:nvPr>
        </p:nvSpPr>
        <p:spPr>
          <a:xfrm>
            <a:off x="3663042" y="4986745"/>
            <a:ext cx="2128157"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6" name="Google Shape;126;p15"/>
          <p:cNvSpPr txBox="1">
            <a:spLocks noGrp="1"/>
          </p:cNvSpPr>
          <p:nvPr>
            <p:ph type="body" idx="7"/>
          </p:nvPr>
        </p:nvSpPr>
        <p:spPr>
          <a:xfrm>
            <a:off x="63670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7" name="Google Shape;127;p15"/>
          <p:cNvSpPr txBox="1">
            <a:spLocks noGrp="1"/>
          </p:cNvSpPr>
          <p:nvPr>
            <p:ph type="body" idx="8"/>
          </p:nvPr>
        </p:nvSpPr>
        <p:spPr>
          <a:xfrm>
            <a:off x="63670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8" name="Google Shape;128;p15"/>
          <p:cNvSpPr txBox="1">
            <a:spLocks noGrp="1"/>
          </p:cNvSpPr>
          <p:nvPr>
            <p:ph type="body" idx="9"/>
          </p:nvPr>
        </p:nvSpPr>
        <p:spPr>
          <a:xfrm>
            <a:off x="9110254" y="5393169"/>
            <a:ext cx="2129245"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29" name="Google Shape;129;p15"/>
          <p:cNvSpPr txBox="1">
            <a:spLocks noGrp="1"/>
          </p:cNvSpPr>
          <p:nvPr>
            <p:ph type="body" idx="13"/>
          </p:nvPr>
        </p:nvSpPr>
        <p:spPr>
          <a:xfrm>
            <a:off x="9110254" y="4986745"/>
            <a:ext cx="2129245"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grpSp>
        <p:nvGrpSpPr>
          <p:cNvPr id="130" name="Google Shape;130;p15"/>
          <p:cNvGrpSpPr/>
          <p:nvPr/>
        </p:nvGrpSpPr>
        <p:grpSpPr>
          <a:xfrm>
            <a:off x="6362700" y="0"/>
            <a:ext cx="5829298" cy="3235602"/>
            <a:chOff x="5612972" y="1"/>
            <a:chExt cx="6615961" cy="3672246"/>
          </a:xfrm>
        </p:grpSpPr>
        <p:sp>
          <p:nvSpPr>
            <p:cNvPr id="131" name="Google Shape;131;p15"/>
            <p:cNvSpPr/>
            <p:nvPr/>
          </p:nvSpPr>
          <p:spPr>
            <a:xfrm>
              <a:off x="5612972" y="1"/>
              <a:ext cx="4408998" cy="3672246"/>
            </a:xfrm>
            <a:custGeom>
              <a:avLst/>
              <a:gdLst/>
              <a:ahLst/>
              <a:cxnLst/>
              <a:rect l="l" t="t" r="r" b="b"/>
              <a:pathLst>
                <a:path w="3578" h="2980" extrusionOk="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2" name="Google Shape;132;p15"/>
            <p:cNvSpPr/>
            <p:nvPr/>
          </p:nvSpPr>
          <p:spPr>
            <a:xfrm>
              <a:off x="6341233" y="1463970"/>
              <a:ext cx="2208196" cy="2208277"/>
            </a:xfrm>
            <a:custGeom>
              <a:avLst/>
              <a:gdLst/>
              <a:ahLst/>
              <a:cxnLst/>
              <a:rect l="l" t="t" r="r" b="b"/>
              <a:pathLst>
                <a:path w="1792" h="1792" extrusionOk="0">
                  <a:moveTo>
                    <a:pt x="597" y="0"/>
                  </a:moveTo>
                  <a:lnTo>
                    <a:pt x="0" y="598"/>
                  </a:lnTo>
                  <a:lnTo>
                    <a:pt x="1195" y="1792"/>
                  </a:lnTo>
                  <a:lnTo>
                    <a:pt x="1792" y="1195"/>
                  </a:lnTo>
                  <a:lnTo>
                    <a:pt x="597"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3" name="Google Shape;133;p15"/>
            <p:cNvSpPr/>
            <p:nvPr/>
          </p:nvSpPr>
          <p:spPr>
            <a:xfrm>
              <a:off x="8555590" y="1"/>
              <a:ext cx="1457754" cy="729520"/>
            </a:xfrm>
            <a:custGeom>
              <a:avLst/>
              <a:gdLst/>
              <a:ahLst/>
              <a:cxnLst/>
              <a:rect l="l" t="t" r="r" b="b"/>
              <a:pathLst>
                <a:path w="1183" h="592" extrusionOk="0">
                  <a:moveTo>
                    <a:pt x="1183" y="0"/>
                  </a:moveTo>
                  <a:lnTo>
                    <a:pt x="0" y="0"/>
                  </a:lnTo>
                  <a:lnTo>
                    <a:pt x="591" y="591"/>
                  </a:lnTo>
                  <a:lnTo>
                    <a:pt x="1183"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4" name="Google Shape;134;p15"/>
            <p:cNvSpPr/>
            <p:nvPr/>
          </p:nvSpPr>
          <p:spPr>
            <a:xfrm>
              <a:off x="7076887" y="728289"/>
              <a:ext cx="2208196" cy="2208277"/>
            </a:xfrm>
            <a:custGeom>
              <a:avLst/>
              <a:gdLst/>
              <a:ahLst/>
              <a:cxnLst/>
              <a:rect l="l" t="t" r="r" b="b"/>
              <a:pathLst>
                <a:path w="1792" h="1792" extrusionOk="0">
                  <a:moveTo>
                    <a:pt x="598" y="0"/>
                  </a:moveTo>
                  <a:lnTo>
                    <a:pt x="0" y="597"/>
                  </a:lnTo>
                  <a:lnTo>
                    <a:pt x="1195" y="1792"/>
                  </a:lnTo>
                  <a:lnTo>
                    <a:pt x="1792" y="1195"/>
                  </a:lnTo>
                  <a:lnTo>
                    <a:pt x="598"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35" name="Google Shape;135;p15"/>
            <p:cNvSpPr/>
            <p:nvPr/>
          </p:nvSpPr>
          <p:spPr>
            <a:xfrm>
              <a:off x="9285083" y="728289"/>
              <a:ext cx="2943850" cy="2943958"/>
            </a:xfrm>
            <a:custGeom>
              <a:avLst/>
              <a:gdLst/>
              <a:ahLst/>
              <a:cxnLst/>
              <a:rect l="l" t="t" r="r" b="b"/>
              <a:pathLst>
                <a:path w="2389" h="2389" extrusionOk="0">
                  <a:moveTo>
                    <a:pt x="2389" y="1195"/>
                  </a:moveTo>
                  <a:lnTo>
                    <a:pt x="1194" y="0"/>
                  </a:lnTo>
                  <a:lnTo>
                    <a:pt x="0" y="1195"/>
                  </a:lnTo>
                  <a:lnTo>
                    <a:pt x="1194" y="2389"/>
                  </a:lnTo>
                  <a:lnTo>
                    <a:pt x="2389" y="1195"/>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36" name="Google Shape;136;p15"/>
          <p:cNvSpPr>
            <a:spLocks noGrp="1"/>
          </p:cNvSpPr>
          <p:nvPr>
            <p:ph type="pic" idx="14"/>
          </p:nvPr>
        </p:nvSpPr>
        <p:spPr>
          <a:xfrm>
            <a:off x="6362292" y="2572883"/>
            <a:ext cx="2118245" cy="2037217"/>
          </a:xfrm>
          <a:prstGeom prst="rect">
            <a:avLst/>
          </a:prstGeom>
          <a:noFill/>
          <a:ln>
            <a:noFill/>
          </a:ln>
        </p:spPr>
      </p:sp>
      <p:sp>
        <p:nvSpPr>
          <p:cNvPr id="137" name="Google Shape;137;p15"/>
          <p:cNvSpPr>
            <a:spLocks noGrp="1"/>
          </p:cNvSpPr>
          <p:nvPr>
            <p:ph type="pic" idx="15"/>
          </p:nvPr>
        </p:nvSpPr>
        <p:spPr>
          <a:xfrm>
            <a:off x="9112023" y="2572883"/>
            <a:ext cx="2118245" cy="2037217"/>
          </a:xfrm>
          <a:prstGeom prst="rect">
            <a:avLst/>
          </a:prstGeom>
          <a:noFill/>
          <a:ln>
            <a:noFill/>
          </a:ln>
        </p:spPr>
      </p:sp>
      <p:sp>
        <p:nvSpPr>
          <p:cNvPr id="138" name="Google Shape;138;p15"/>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15"/>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5"/>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meline ">
  <p:cSld name="Timeline ">
    <p:bg>
      <p:bgPr>
        <a:solidFill>
          <a:schemeClr val="lt1"/>
        </a:solidFill>
        <a:effectLst/>
      </p:bgPr>
    </p:bg>
    <p:spTree>
      <p:nvGrpSpPr>
        <p:cNvPr id="1" name="Shape 141"/>
        <p:cNvGrpSpPr/>
        <p:nvPr/>
      </p:nvGrpSpPr>
      <p:grpSpPr>
        <a:xfrm>
          <a:off x="0" y="0"/>
          <a:ext cx="0" cy="0"/>
          <a:chOff x="0" y="0"/>
          <a:chExt cx="0" cy="0"/>
        </a:xfrm>
      </p:grpSpPr>
      <p:cxnSp>
        <p:nvCxnSpPr>
          <p:cNvPr id="142" name="Google Shape;142;p16"/>
          <p:cNvCxnSpPr/>
          <p:nvPr/>
        </p:nvCxnSpPr>
        <p:spPr>
          <a:xfrm flipH="1">
            <a:off x="1045959" y="2213783"/>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3" name="Google Shape;143;p16"/>
          <p:cNvCxnSpPr/>
          <p:nvPr/>
        </p:nvCxnSpPr>
        <p:spPr>
          <a:xfrm flipH="1">
            <a:off x="6180493" y="2213783"/>
            <a:ext cx="11102"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4" name="Google Shape;144;p16"/>
          <p:cNvCxnSpPr/>
          <p:nvPr/>
        </p:nvCxnSpPr>
        <p:spPr>
          <a:xfrm flipH="1">
            <a:off x="8745623" y="3904712"/>
            <a:ext cx="2136" cy="1828800"/>
          </a:xfrm>
          <a:prstGeom prst="straightConnector1">
            <a:avLst/>
          </a:prstGeom>
          <a:noFill/>
          <a:ln w="165100" cap="flat" cmpd="sng">
            <a:solidFill>
              <a:schemeClr val="accent6"/>
            </a:solidFill>
            <a:prstDash val="solid"/>
            <a:miter lim="800000"/>
            <a:headEnd type="none" w="sm" len="sm"/>
            <a:tailEnd type="none" w="sm" len="sm"/>
          </a:ln>
        </p:spPr>
      </p:cxnSp>
      <p:cxnSp>
        <p:nvCxnSpPr>
          <p:cNvPr id="145" name="Google Shape;145;p16"/>
          <p:cNvCxnSpPr/>
          <p:nvPr/>
        </p:nvCxnSpPr>
        <p:spPr>
          <a:xfrm flipH="1">
            <a:off x="3611089" y="3895941"/>
            <a:ext cx="2136" cy="1828800"/>
          </a:xfrm>
          <a:prstGeom prst="straightConnector1">
            <a:avLst/>
          </a:prstGeom>
          <a:noFill/>
          <a:ln w="165100" cap="flat" cmpd="sng">
            <a:solidFill>
              <a:schemeClr val="accent6"/>
            </a:solidFill>
            <a:prstDash val="solid"/>
            <a:miter lim="800000"/>
            <a:headEnd type="none" w="sm" len="sm"/>
            <a:tailEnd type="none" w="sm" len="sm"/>
          </a:ln>
        </p:spPr>
      </p:cxnSp>
      <p:sp>
        <p:nvSpPr>
          <p:cNvPr id="146" name="Google Shape;146;p16"/>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solidFill>
                  <a:schemeClr val="dk1"/>
                </a:solidFill>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16"/>
          <p:cNvSpPr txBox="1">
            <a:spLocks noGrp="1"/>
          </p:cNvSpPr>
          <p:nvPr>
            <p:ph type="body" idx="1"/>
          </p:nvPr>
        </p:nvSpPr>
        <p:spPr>
          <a:xfrm>
            <a:off x="1296955"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8" name="Google Shape;148;p16"/>
          <p:cNvSpPr txBox="1">
            <a:spLocks noGrp="1"/>
          </p:cNvSpPr>
          <p:nvPr>
            <p:ph type="body" idx="2"/>
          </p:nvPr>
        </p:nvSpPr>
        <p:spPr>
          <a:xfrm>
            <a:off x="1296955"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49" name="Google Shape;149;p16"/>
          <p:cNvSpPr txBox="1">
            <a:spLocks noGrp="1"/>
          </p:cNvSpPr>
          <p:nvPr>
            <p:ph type="body" idx="3"/>
          </p:nvPr>
        </p:nvSpPr>
        <p:spPr>
          <a:xfrm>
            <a:off x="3897799"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0" name="Google Shape;150;p16"/>
          <p:cNvSpPr txBox="1">
            <a:spLocks noGrp="1"/>
          </p:cNvSpPr>
          <p:nvPr>
            <p:ph type="body" idx="4"/>
          </p:nvPr>
        </p:nvSpPr>
        <p:spPr>
          <a:xfrm>
            <a:off x="3897799"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1" name="Google Shape;151;p16"/>
          <p:cNvSpPr txBox="1">
            <a:spLocks noGrp="1"/>
          </p:cNvSpPr>
          <p:nvPr>
            <p:ph type="body" idx="5"/>
          </p:nvPr>
        </p:nvSpPr>
        <p:spPr>
          <a:xfrm>
            <a:off x="9001711" y="5087328"/>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2" name="Google Shape;152;p16"/>
          <p:cNvSpPr txBox="1">
            <a:spLocks noGrp="1"/>
          </p:cNvSpPr>
          <p:nvPr>
            <p:ph type="body" idx="6"/>
          </p:nvPr>
        </p:nvSpPr>
        <p:spPr>
          <a:xfrm>
            <a:off x="9001711" y="4701908"/>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3" name="Google Shape;153;p16"/>
          <p:cNvSpPr txBox="1">
            <a:spLocks noGrp="1"/>
          </p:cNvSpPr>
          <p:nvPr>
            <p:ph type="body" idx="7"/>
          </p:nvPr>
        </p:nvSpPr>
        <p:spPr>
          <a:xfrm>
            <a:off x="6438143" y="2934856"/>
            <a:ext cx="2133600" cy="369332"/>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1000"/>
              </a:spcBef>
              <a:spcAft>
                <a:spcPts val="0"/>
              </a:spcAft>
              <a:buClr>
                <a:schemeClr val="dk1"/>
              </a:buClr>
              <a:buSzPts val="1400"/>
              <a:buNone/>
              <a:defRPr sz="1400" b="0" i="0">
                <a:solidFill>
                  <a:schemeClr val="dk1"/>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54" name="Google Shape;154;p16"/>
          <p:cNvSpPr txBox="1">
            <a:spLocks noGrp="1"/>
          </p:cNvSpPr>
          <p:nvPr>
            <p:ph type="body" idx="8"/>
          </p:nvPr>
        </p:nvSpPr>
        <p:spPr>
          <a:xfrm>
            <a:off x="6438143" y="2568686"/>
            <a:ext cx="2133600" cy="205837"/>
          </a:xfrm>
          <a:prstGeom prst="rect">
            <a:avLst/>
          </a:prstGeom>
          <a:noFill/>
          <a:ln>
            <a:noFill/>
          </a:ln>
        </p:spPr>
        <p:txBody>
          <a:bodyPr spcFirstLastPara="1" wrap="square" lIns="0" tIns="0" rIns="0" bIns="0" anchor="t" anchorCtr="0">
            <a:noAutofit/>
          </a:bodyPr>
          <a:lstStyle>
            <a:lvl1pPr marL="457200" lvl="0" indent="-228600" algn="l">
              <a:lnSpc>
                <a:spcPct val="90000"/>
              </a:lnSpc>
              <a:spcBef>
                <a:spcPts val="400"/>
              </a:spcBef>
              <a:spcAft>
                <a:spcPts val="0"/>
              </a:spcAft>
              <a:buClr>
                <a:schemeClr val="dk1"/>
              </a:buClr>
              <a:buSzPts val="1800"/>
              <a:buNone/>
              <a:defRPr sz="1800" b="0" i="0">
                <a:solidFill>
                  <a:schemeClr val="dk1"/>
                </a:solidFill>
                <a:latin typeface="Franklin Gothic"/>
                <a:ea typeface="Franklin Gothic"/>
                <a:cs typeface="Franklin Gothic"/>
                <a:sym typeface="Franklin Gothic"/>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55" name="Google Shape;155;p16"/>
          <p:cNvCxnSpPr/>
          <p:nvPr/>
        </p:nvCxnSpPr>
        <p:spPr>
          <a:xfrm>
            <a:off x="967689" y="3968780"/>
            <a:ext cx="10275477" cy="0"/>
          </a:xfrm>
          <a:prstGeom prst="straightConnector1">
            <a:avLst/>
          </a:prstGeom>
          <a:noFill/>
          <a:ln w="165100" cap="flat" cmpd="sng">
            <a:solidFill>
              <a:schemeClr val="accent3"/>
            </a:solidFill>
            <a:prstDash val="solid"/>
            <a:miter lim="800000"/>
            <a:headEnd type="none" w="sm" len="sm"/>
            <a:tailEnd type="none" w="sm" len="sm"/>
          </a:ln>
        </p:spPr>
      </p:cxnSp>
      <p:sp>
        <p:nvSpPr>
          <p:cNvPr id="156" name="Google Shape;156;p16"/>
          <p:cNvSpPr/>
          <p:nvPr/>
        </p:nvSpPr>
        <p:spPr>
          <a:xfrm>
            <a:off x="964323"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57" name="Google Shape;157;p16"/>
          <p:cNvSpPr/>
          <p:nvPr/>
        </p:nvSpPr>
        <p:spPr>
          <a:xfrm>
            <a:off x="3531590"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58" name="Google Shape;158;p16"/>
          <p:cNvSpPr/>
          <p:nvPr/>
        </p:nvSpPr>
        <p:spPr>
          <a:xfrm>
            <a:off x="6098857" y="3883241"/>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59" name="Google Shape;159;p16"/>
          <p:cNvSpPr/>
          <p:nvPr/>
        </p:nvSpPr>
        <p:spPr>
          <a:xfrm>
            <a:off x="8666124" y="3892012"/>
            <a:ext cx="163271" cy="163271"/>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60" name="Google Shape;160;p16"/>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6"/>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1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 Col">
  <p:cSld name="2 Col">
    <p:bg>
      <p:bgPr>
        <a:solidFill>
          <a:schemeClr val="lt1"/>
        </a:solidFill>
        <a:effectLst/>
      </p:bgPr>
    </p:bg>
    <p:spTree>
      <p:nvGrpSpPr>
        <p:cNvPr id="1" name="Shape 163"/>
        <p:cNvGrpSpPr/>
        <p:nvPr/>
      </p:nvGrpSpPr>
      <p:grpSpPr>
        <a:xfrm>
          <a:off x="0" y="0"/>
          <a:ext cx="0" cy="0"/>
          <a:chOff x="0" y="0"/>
          <a:chExt cx="0" cy="0"/>
        </a:xfrm>
      </p:grpSpPr>
      <p:grpSp>
        <p:nvGrpSpPr>
          <p:cNvPr id="164" name="Google Shape;164;p17"/>
          <p:cNvGrpSpPr/>
          <p:nvPr/>
        </p:nvGrpSpPr>
        <p:grpSpPr>
          <a:xfrm rot="5400000" flipH="1">
            <a:off x="0" y="3900132"/>
            <a:ext cx="2959226" cy="2959226"/>
            <a:chOff x="0" y="12289"/>
            <a:chExt cx="3550" cy="3551"/>
          </a:xfrm>
        </p:grpSpPr>
        <p:sp>
          <p:nvSpPr>
            <p:cNvPr id="165" name="Google Shape;165;p17"/>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66" name="Google Shape;166;p17"/>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67" name="Google Shape;167;p17"/>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68" name="Google Shape;168;p17"/>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169" name="Google Shape;169;p17"/>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70" name="Google Shape;170;p17"/>
          <p:cNvSpPr txBox="1">
            <a:spLocks noGrp="1"/>
          </p:cNvSpPr>
          <p:nvPr>
            <p:ph type="body" idx="1"/>
          </p:nvPr>
        </p:nvSpPr>
        <p:spPr>
          <a:xfrm>
            <a:off x="964023" y="2300984"/>
            <a:ext cx="4827178"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1" name="Google Shape;171;p17"/>
          <p:cNvSpPr txBox="1">
            <a:spLocks noGrp="1"/>
          </p:cNvSpPr>
          <p:nvPr>
            <p:ph type="body" idx="2"/>
          </p:nvPr>
        </p:nvSpPr>
        <p:spPr>
          <a:xfrm>
            <a:off x="6362700" y="2300984"/>
            <a:ext cx="4764829"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b="0" i="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72" name="Google Shape;172;p17"/>
          <p:cNvSpPr txBox="1">
            <a:spLocks noGrp="1"/>
          </p:cNvSpPr>
          <p:nvPr>
            <p:ph type="body" idx="3"/>
          </p:nvPr>
        </p:nvSpPr>
        <p:spPr>
          <a:xfrm>
            <a:off x="964023" y="2799146"/>
            <a:ext cx="482717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73" name="Google Shape;173;p17"/>
          <p:cNvSpPr txBox="1">
            <a:spLocks noGrp="1"/>
          </p:cNvSpPr>
          <p:nvPr>
            <p:ph type="body" idx="4"/>
          </p:nvPr>
        </p:nvSpPr>
        <p:spPr>
          <a:xfrm>
            <a:off x="6362700" y="2799146"/>
            <a:ext cx="4756241"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74" name="Google Shape;174;p17"/>
          <p:cNvCxnSpPr/>
          <p:nvPr/>
        </p:nvCxnSpPr>
        <p:spPr>
          <a:xfrm>
            <a:off x="63627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75" name="Google Shape;175;p17"/>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p17"/>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17"/>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l">
  <p:cSld name="3 col">
    <p:bg>
      <p:bgPr>
        <a:solidFill>
          <a:schemeClr val="lt1"/>
        </a:solidFill>
        <a:effectLst/>
      </p:bgPr>
    </p:bg>
    <p:spTree>
      <p:nvGrpSpPr>
        <p:cNvPr id="1" name="Shape 178"/>
        <p:cNvGrpSpPr/>
        <p:nvPr/>
      </p:nvGrpSpPr>
      <p:grpSpPr>
        <a:xfrm>
          <a:off x="0" y="0"/>
          <a:ext cx="0" cy="0"/>
          <a:chOff x="0" y="0"/>
          <a:chExt cx="0" cy="0"/>
        </a:xfrm>
      </p:grpSpPr>
      <p:grpSp>
        <p:nvGrpSpPr>
          <p:cNvPr id="179" name="Google Shape;179;p18"/>
          <p:cNvGrpSpPr/>
          <p:nvPr/>
        </p:nvGrpSpPr>
        <p:grpSpPr>
          <a:xfrm rot="5400000" flipH="1">
            <a:off x="0" y="3900132"/>
            <a:ext cx="2959226" cy="2959226"/>
            <a:chOff x="0" y="12289"/>
            <a:chExt cx="3550" cy="3551"/>
          </a:xfrm>
        </p:grpSpPr>
        <p:sp>
          <p:nvSpPr>
            <p:cNvPr id="180" name="Google Shape;180;p18"/>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81" name="Google Shape;181;p18"/>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182" name="Google Shape;182;p18"/>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
        <p:nvSpPr>
          <p:cNvPr id="183" name="Google Shape;183;p18"/>
          <p:cNvSpPr txBox="1">
            <a:spLocks noGrp="1"/>
          </p:cNvSpPr>
          <p:nvPr>
            <p:ph type="title"/>
          </p:nvPr>
        </p:nvSpPr>
        <p:spPr>
          <a:xfrm>
            <a:off x="964023" y="879063"/>
            <a:ext cx="49414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184" name="Google Shape;184;p18"/>
          <p:cNvCxnSpPr/>
          <p:nvPr/>
        </p:nvCxnSpPr>
        <p:spPr>
          <a:xfrm>
            <a:off x="952500"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85" name="Google Shape;185;p18"/>
          <p:cNvSpPr txBox="1">
            <a:spLocks noGrp="1"/>
          </p:cNvSpPr>
          <p:nvPr>
            <p:ph type="body" idx="1"/>
          </p:nvPr>
        </p:nvSpPr>
        <p:spPr>
          <a:xfrm>
            <a:off x="952500"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6" name="Google Shape;186;p18"/>
          <p:cNvSpPr txBox="1">
            <a:spLocks noGrp="1"/>
          </p:cNvSpPr>
          <p:nvPr>
            <p:ph type="body" idx="2"/>
          </p:nvPr>
        </p:nvSpPr>
        <p:spPr>
          <a:xfrm>
            <a:off x="952500"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7" name="Google Shape;187;p18"/>
          <p:cNvSpPr txBox="1">
            <a:spLocks noGrp="1"/>
          </p:cNvSpPr>
          <p:nvPr>
            <p:ph type="body" idx="3"/>
          </p:nvPr>
        </p:nvSpPr>
        <p:spPr>
          <a:xfrm>
            <a:off x="4569372"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88" name="Google Shape;188;p18"/>
          <p:cNvSpPr txBox="1">
            <a:spLocks noGrp="1"/>
          </p:cNvSpPr>
          <p:nvPr>
            <p:ph type="body" idx="4"/>
          </p:nvPr>
        </p:nvSpPr>
        <p:spPr>
          <a:xfrm>
            <a:off x="4569372" y="2799146"/>
            <a:ext cx="3050628"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89" name="Google Shape;189;p18"/>
          <p:cNvSpPr txBox="1">
            <a:spLocks noGrp="1"/>
          </p:cNvSpPr>
          <p:nvPr>
            <p:ph type="body" idx="5"/>
          </p:nvPr>
        </p:nvSpPr>
        <p:spPr>
          <a:xfrm>
            <a:off x="8187017" y="2300156"/>
            <a:ext cx="3036477" cy="40421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1000"/>
              </a:spcBef>
              <a:spcAft>
                <a:spcPts val="0"/>
              </a:spcAft>
              <a:buClr>
                <a:schemeClr val="lt2"/>
              </a:buClr>
              <a:buSzPts val="1800"/>
              <a:buNone/>
              <a:defRPr sz="1800">
                <a:solidFill>
                  <a:schemeClr val="lt2"/>
                </a:solidFill>
                <a:latin typeface="Franklin Gothic"/>
                <a:ea typeface="Franklin Gothic"/>
                <a:cs typeface="Franklin Gothic"/>
                <a:sym typeface="Franklin Gothic"/>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90" name="Google Shape;190;p18"/>
          <p:cNvSpPr txBox="1">
            <a:spLocks noGrp="1"/>
          </p:cNvSpPr>
          <p:nvPr>
            <p:ph type="body" idx="6"/>
          </p:nvPr>
        </p:nvSpPr>
        <p:spPr>
          <a:xfrm>
            <a:off x="8187017" y="2799146"/>
            <a:ext cx="3036477" cy="1942138"/>
          </a:xfrm>
          <a:prstGeom prst="rect">
            <a:avLst/>
          </a:prstGeom>
          <a:noFill/>
          <a:ln>
            <a:noFill/>
          </a:ln>
        </p:spPr>
        <p:txBody>
          <a:bodyPr spcFirstLastPara="1" wrap="square" lIns="0" tIns="0" rIns="0" bIns="0" anchor="t" anchorCtr="0">
            <a:normAutofit/>
          </a:bodyPr>
          <a:lstStyle>
            <a:lvl1pPr marL="457200" lvl="0" indent="-330200" algn="l">
              <a:lnSpc>
                <a:spcPct val="100000"/>
              </a:lnSpc>
              <a:spcBef>
                <a:spcPts val="1000"/>
              </a:spcBef>
              <a:spcAft>
                <a:spcPts val="0"/>
              </a:spcAft>
              <a:buClr>
                <a:schemeClr val="dk1"/>
              </a:buClr>
              <a:buSzPts val="1600"/>
              <a:buFont typeface="Noto Sans Symbols"/>
              <a:buChar char="▪"/>
              <a:defRPr sz="1600">
                <a:latin typeface="Libre Franklin"/>
                <a:ea typeface="Libre Franklin"/>
                <a:cs typeface="Libre Franklin"/>
                <a:sym typeface="Libre Franklin"/>
              </a:defRPr>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cxnSp>
        <p:nvCxnSpPr>
          <p:cNvPr id="191" name="Google Shape;191;p18"/>
          <p:cNvCxnSpPr/>
          <p:nvPr/>
        </p:nvCxnSpPr>
        <p:spPr>
          <a:xfrm>
            <a:off x="4569372" y="1939108"/>
            <a:ext cx="2133600" cy="3992"/>
          </a:xfrm>
          <a:prstGeom prst="straightConnector1">
            <a:avLst/>
          </a:prstGeom>
          <a:noFill/>
          <a:ln w="101600" cap="flat" cmpd="sng">
            <a:solidFill>
              <a:schemeClr val="lt2"/>
            </a:solidFill>
            <a:prstDash val="solid"/>
            <a:miter lim="800000"/>
            <a:headEnd type="none" w="sm" len="sm"/>
            <a:tailEnd type="none" w="sm" len="sm"/>
          </a:ln>
        </p:spPr>
      </p:cxnSp>
      <p:cxnSp>
        <p:nvCxnSpPr>
          <p:cNvPr id="192" name="Google Shape;192;p18"/>
          <p:cNvCxnSpPr/>
          <p:nvPr/>
        </p:nvCxnSpPr>
        <p:spPr>
          <a:xfrm>
            <a:off x="8187017" y="1939108"/>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193" name="Google Shape;193;p18"/>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4" name="Google Shape;194;p18"/>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18"/>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latin typeface="Libre Franklin"/>
              <a:ea typeface="Libre Franklin"/>
              <a:cs typeface="Libre Franklin"/>
              <a:sym typeface="Libre Franklin"/>
            </a:endParaRPr>
          </a:p>
        </p:txBody>
      </p:sp>
    </p:spTree>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5" orient="horz" pos="1224">
          <p15:clr>
            <a:srgbClr val="FBAE40"/>
          </p15:clr>
        </p15:guide>
        <p15:guide id="6" orient="horz" pos="1440">
          <p15:clr>
            <a:srgbClr val="FBAE40"/>
          </p15:clr>
        </p15:guide>
        <p15:guide id="7" orient="horz" pos="552">
          <p15:clr>
            <a:srgbClr val="FBAE40"/>
          </p15:clr>
        </p15:guide>
        <p15:guide id="8" pos="4800">
          <p15:clr>
            <a:srgbClr val="FBAE40"/>
          </p15:clr>
        </p15:guide>
        <p15:guide id="9" pos="2880">
          <p15:clr>
            <a:srgbClr val="FBAE40"/>
          </p15:clr>
        </p15:guide>
        <p15:guide id="10" orient="horz" pos="17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 You">
  <p:cSld name="Thank You">
    <p:bg>
      <p:bgPr>
        <a:solidFill>
          <a:schemeClr val="lt1"/>
        </a:solidFill>
        <a:effectLst/>
      </p:bgPr>
    </p:bg>
    <p:spTree>
      <p:nvGrpSpPr>
        <p:cNvPr id="1" name="Shape 196"/>
        <p:cNvGrpSpPr/>
        <p:nvPr/>
      </p:nvGrpSpPr>
      <p:grpSpPr>
        <a:xfrm>
          <a:off x="0" y="0"/>
          <a:ext cx="0" cy="0"/>
          <a:chOff x="0" y="0"/>
          <a:chExt cx="0" cy="0"/>
        </a:xfrm>
      </p:grpSpPr>
      <p:sp>
        <p:nvSpPr>
          <p:cNvPr id="197" name="Google Shape;197;p19"/>
          <p:cNvSpPr txBox="1">
            <a:spLocks noGrp="1"/>
          </p:cNvSpPr>
          <p:nvPr>
            <p:ph type="body" idx="1"/>
          </p:nvPr>
        </p:nvSpPr>
        <p:spPr>
          <a:xfrm>
            <a:off x="6896100" y="5102063"/>
            <a:ext cx="4914900" cy="588795"/>
          </a:xfrm>
          <a:prstGeom prst="rect">
            <a:avLst/>
          </a:prstGeom>
          <a:noFill/>
          <a:ln>
            <a:noFill/>
          </a:ln>
        </p:spPr>
        <p:txBody>
          <a:bodyPr spcFirstLastPara="1" wrap="square" lIns="0" tIns="0" rIns="0" bIns="0" anchor="b" anchorCtr="0">
            <a:noAutofit/>
          </a:bodyPr>
          <a:lstStyle>
            <a:lvl1pPr marL="457200" lvl="0" indent="-228600" algn="l">
              <a:lnSpc>
                <a:spcPct val="90000"/>
              </a:lnSpc>
              <a:spcBef>
                <a:spcPts val="1000"/>
              </a:spcBef>
              <a:spcAft>
                <a:spcPts val="0"/>
              </a:spcAft>
              <a:buClr>
                <a:schemeClr val="lt2"/>
              </a:buClr>
              <a:buSzPts val="1600"/>
              <a:buNone/>
              <a:defRPr sz="1600" b="0" i="0">
                <a:solidFill>
                  <a:schemeClr val="lt2"/>
                </a:solidFill>
                <a:latin typeface="Libre Franklin"/>
                <a:ea typeface="Libre Franklin"/>
                <a:cs typeface="Libre Franklin"/>
                <a:sym typeface="Libre Franklin"/>
              </a:defRPr>
            </a:lvl1pPr>
            <a:lvl2pPr marL="914400" lvl="1" indent="-482600" algn="l">
              <a:lnSpc>
                <a:spcPct val="90000"/>
              </a:lnSpc>
              <a:spcBef>
                <a:spcPts val="500"/>
              </a:spcBef>
              <a:spcAft>
                <a:spcPts val="0"/>
              </a:spcAft>
              <a:buClr>
                <a:schemeClr val="dk1"/>
              </a:buClr>
              <a:buSzPts val="4000"/>
              <a:buChar char="•"/>
              <a:defRPr sz="4000"/>
            </a:lvl2pPr>
            <a:lvl3pPr marL="1371600" lvl="2" indent="-482600" algn="l">
              <a:lnSpc>
                <a:spcPct val="90000"/>
              </a:lnSpc>
              <a:spcBef>
                <a:spcPts val="500"/>
              </a:spcBef>
              <a:spcAft>
                <a:spcPts val="0"/>
              </a:spcAft>
              <a:buClr>
                <a:schemeClr val="dk1"/>
              </a:buClr>
              <a:buSzPts val="4000"/>
              <a:buChar char="•"/>
              <a:defRPr sz="4000"/>
            </a:lvl3pPr>
            <a:lvl4pPr marL="1828800" lvl="3" indent="-482600" algn="l">
              <a:lnSpc>
                <a:spcPct val="90000"/>
              </a:lnSpc>
              <a:spcBef>
                <a:spcPts val="500"/>
              </a:spcBef>
              <a:spcAft>
                <a:spcPts val="0"/>
              </a:spcAft>
              <a:buClr>
                <a:schemeClr val="dk1"/>
              </a:buClr>
              <a:buSzPts val="4000"/>
              <a:buChar char="•"/>
              <a:defRPr sz="4000"/>
            </a:lvl4pPr>
            <a:lvl5pPr marL="2286000" lvl="4" indent="-482600" algn="l">
              <a:lnSpc>
                <a:spcPct val="90000"/>
              </a:lnSpc>
              <a:spcBef>
                <a:spcPts val="500"/>
              </a:spcBef>
              <a:spcAft>
                <a:spcPts val="0"/>
              </a:spcAft>
              <a:buClr>
                <a:schemeClr val="dk1"/>
              </a:buClr>
              <a:buSzPts val="4000"/>
              <a:buChar char="•"/>
              <a:defRPr sz="4000"/>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98" name="Google Shape;198;p19"/>
          <p:cNvSpPr txBox="1">
            <a:spLocks noGrp="1"/>
          </p:cNvSpPr>
          <p:nvPr>
            <p:ph type="subTitle" idx="2"/>
          </p:nvPr>
        </p:nvSpPr>
        <p:spPr>
          <a:xfrm>
            <a:off x="6907623" y="3591098"/>
            <a:ext cx="4903377" cy="1057791"/>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chemeClr val="dk1"/>
              </a:buClr>
              <a:buSzPts val="1600"/>
              <a:buNone/>
              <a:defRPr sz="1600" b="0" i="0">
                <a:solidFill>
                  <a:schemeClr val="dk1"/>
                </a:solidFill>
                <a:latin typeface="Libre Franklin"/>
                <a:ea typeface="Libre Franklin"/>
                <a:cs typeface="Libre Franklin"/>
                <a:sym typeface="Libre Franklin"/>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99" name="Google Shape;199;p19"/>
          <p:cNvSpPr txBox="1">
            <a:spLocks noGrp="1"/>
          </p:cNvSpPr>
          <p:nvPr>
            <p:ph type="title"/>
          </p:nvPr>
        </p:nvSpPr>
        <p:spPr>
          <a:xfrm>
            <a:off x="6907623" y="2173658"/>
            <a:ext cx="4903377" cy="610863"/>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dk1"/>
              </a:buClr>
              <a:buSzPts val="4400"/>
              <a:buFont typeface="Franklin Gothic"/>
              <a:buNone/>
              <a:defRPr sz="4400" b="1" i="0">
                <a:latin typeface="Franklin Gothic"/>
                <a:ea typeface="Franklin Gothic"/>
                <a:cs typeface="Franklin Gothic"/>
                <a:sym typeface="Franklin Gothic"/>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cxnSp>
        <p:nvCxnSpPr>
          <p:cNvPr id="200" name="Google Shape;200;p19"/>
          <p:cNvCxnSpPr/>
          <p:nvPr/>
        </p:nvCxnSpPr>
        <p:spPr>
          <a:xfrm>
            <a:off x="6896100" y="3233703"/>
            <a:ext cx="2133600" cy="3992"/>
          </a:xfrm>
          <a:prstGeom prst="straightConnector1">
            <a:avLst/>
          </a:prstGeom>
          <a:noFill/>
          <a:ln w="101600" cap="flat" cmpd="sng">
            <a:solidFill>
              <a:schemeClr val="lt2"/>
            </a:solidFill>
            <a:prstDash val="solid"/>
            <a:miter lim="800000"/>
            <a:headEnd type="none" w="sm" len="sm"/>
            <a:tailEnd type="none" w="sm" len="sm"/>
          </a:ln>
        </p:spPr>
      </p:cxnSp>
      <p:sp>
        <p:nvSpPr>
          <p:cNvPr id="201" name="Google Shape;201;p19"/>
          <p:cNvSpPr>
            <a:spLocks noGrp="1"/>
          </p:cNvSpPr>
          <p:nvPr>
            <p:ph type="pic" idx="3"/>
          </p:nvPr>
        </p:nvSpPr>
        <p:spPr>
          <a:xfrm>
            <a:off x="0" y="0"/>
            <a:ext cx="6096000" cy="6858000"/>
          </a:xfrm>
          <a:prstGeom prst="rect">
            <a:avLst/>
          </a:prstGeom>
          <a:noFill/>
          <a:ln>
            <a:noFill/>
          </a:ln>
        </p:spPr>
      </p:sp>
      <p:grpSp>
        <p:nvGrpSpPr>
          <p:cNvPr id="202" name="Google Shape;202;p19"/>
          <p:cNvGrpSpPr/>
          <p:nvPr/>
        </p:nvGrpSpPr>
        <p:grpSpPr>
          <a:xfrm rot="10800000">
            <a:off x="8870040" y="0"/>
            <a:ext cx="3325208" cy="3325208"/>
            <a:chOff x="0" y="12289"/>
            <a:chExt cx="3550" cy="3551"/>
          </a:xfrm>
        </p:grpSpPr>
        <p:sp>
          <p:nvSpPr>
            <p:cNvPr id="203" name="Google Shape;203;p19"/>
            <p:cNvSpPr/>
            <p:nvPr/>
          </p:nvSpPr>
          <p:spPr>
            <a:xfrm>
              <a:off x="0" y="12289"/>
              <a:ext cx="1789" cy="2386"/>
            </a:xfrm>
            <a:custGeom>
              <a:avLst/>
              <a:gdLst/>
              <a:ahLst/>
              <a:cxnLst/>
              <a:rect l="l" t="t" r="r" b="b"/>
              <a:pathLst>
                <a:path w="1789" h="2386" extrusionOk="0">
                  <a:moveTo>
                    <a:pt x="0" y="0"/>
                  </a:moveTo>
                  <a:lnTo>
                    <a:pt x="0" y="1194"/>
                  </a:lnTo>
                  <a:lnTo>
                    <a:pt x="1192" y="2386"/>
                  </a:lnTo>
                  <a:lnTo>
                    <a:pt x="1789" y="1789"/>
                  </a:lnTo>
                  <a:lnTo>
                    <a:pt x="0"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04" name="Google Shape;204;p19"/>
            <p:cNvSpPr/>
            <p:nvPr/>
          </p:nvSpPr>
          <p:spPr>
            <a:xfrm>
              <a:off x="0" y="14678"/>
              <a:ext cx="1162" cy="1162"/>
            </a:xfrm>
            <a:custGeom>
              <a:avLst/>
              <a:gdLst/>
              <a:ahLst/>
              <a:cxnLst/>
              <a:rect l="l" t="t" r="r" b="b"/>
              <a:pathLst>
                <a:path w="1162" h="1162" extrusionOk="0">
                  <a:moveTo>
                    <a:pt x="0" y="0"/>
                  </a:moveTo>
                  <a:lnTo>
                    <a:pt x="0" y="1161"/>
                  </a:lnTo>
                  <a:lnTo>
                    <a:pt x="1161" y="1161"/>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sp>
          <p:nvSpPr>
            <p:cNvPr id="205" name="Google Shape;205;p19"/>
            <p:cNvSpPr/>
            <p:nvPr/>
          </p:nvSpPr>
          <p:spPr>
            <a:xfrm>
              <a:off x="1221" y="14675"/>
              <a:ext cx="2329" cy="1165"/>
            </a:xfrm>
            <a:custGeom>
              <a:avLst/>
              <a:gdLst/>
              <a:ahLst/>
              <a:cxnLst/>
              <a:rect l="l" t="t" r="r" b="b"/>
              <a:pathLst>
                <a:path w="2329" h="1165" extrusionOk="0">
                  <a:moveTo>
                    <a:pt x="2329" y="1164"/>
                  </a:moveTo>
                  <a:lnTo>
                    <a:pt x="1165" y="0"/>
                  </a:lnTo>
                  <a:lnTo>
                    <a:pt x="0" y="1164"/>
                  </a:lnTo>
                  <a:lnTo>
                    <a:pt x="2329" y="1164"/>
                  </a:lnTo>
                </a:path>
              </a:pathLst>
            </a:custGeom>
            <a:solidFill>
              <a:schemeClr val="accent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Libre Franklin"/>
                <a:ea typeface="Libre Franklin"/>
                <a:cs typeface="Libre Franklin"/>
                <a:sym typeface="Libre Franklin"/>
              </a:endParaRPr>
            </a:p>
          </p:txBody>
        </p:sp>
      </p:grpSp>
    </p:spTree>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body" idx="1"/>
          </p:nvPr>
        </p:nvSpPr>
        <p:spPr>
          <a:xfrm>
            <a:off x="971550" y="1825625"/>
            <a:ext cx="1038225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ibre Franklin"/>
                <a:ea typeface="Libre Franklin"/>
                <a:cs typeface="Libre Franklin"/>
                <a:sym typeface="Libre Frankli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ibre Franklin"/>
                <a:ea typeface="Libre Franklin"/>
                <a:cs typeface="Libre Franklin"/>
                <a:sym typeface="Libre Frankli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1" name="Google Shape;11;p6"/>
          <p:cNvSpPr txBox="1">
            <a:spLocks noGrp="1"/>
          </p:cNvSpPr>
          <p:nvPr>
            <p:ph type="title"/>
          </p:nvPr>
        </p:nvSpPr>
        <p:spPr>
          <a:xfrm>
            <a:off x="952500" y="365125"/>
            <a:ext cx="104013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Franklin Gothic"/>
              <a:buNone/>
              <a:defRPr sz="4400" b="1" i="0" u="none" strike="noStrike" cap="none">
                <a:solidFill>
                  <a:schemeClr val="dk1"/>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2" name="Google Shape;12;p6"/>
          <p:cNvSpPr txBox="1">
            <a:spLocks noGrp="1"/>
          </p:cNvSpPr>
          <p:nvPr>
            <p:ph type="dt" idx="10"/>
          </p:nvPr>
        </p:nvSpPr>
        <p:spPr>
          <a:xfrm>
            <a:off x="2992120" y="6332220"/>
            <a:ext cx="1313180" cy="247651"/>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100" b="0" i="0" u="none" strike="noStrike" cap="none">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3" name="Google Shape;13;p6"/>
          <p:cNvSpPr txBox="1">
            <a:spLocks noGrp="1"/>
          </p:cNvSpPr>
          <p:nvPr>
            <p:ph type="ftr" idx="11"/>
          </p:nvPr>
        </p:nvSpPr>
        <p:spPr>
          <a:xfrm>
            <a:off x="1494790" y="6332220"/>
            <a:ext cx="1497330" cy="247651"/>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100" b="0" i="0" u="none" strike="noStrike" cap="none">
                <a:solidFill>
                  <a:schemeClr val="dk1"/>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lt1"/>
                </a:solidFill>
                <a:latin typeface="Libre Franklin"/>
                <a:ea typeface="Libre Franklin"/>
                <a:cs typeface="Libre Franklin"/>
                <a:sym typeface="Libre Franklin"/>
              </a:defRPr>
            </a:lvl9pPr>
          </a:lstStyle>
          <a:p>
            <a:endParaRPr/>
          </a:p>
        </p:txBody>
      </p:sp>
      <p:sp>
        <p:nvSpPr>
          <p:cNvPr id="14" name="Google Shape;14;p6"/>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lvl1pPr marL="0" marR="0" lvl="0" indent="0" algn="l" rtl="0">
              <a:spcBef>
                <a:spcPts val="0"/>
              </a:spcBef>
              <a:buNone/>
              <a:defRPr sz="1100" b="0" i="0" u="none" strike="noStrike" cap="none">
                <a:solidFill>
                  <a:schemeClr val="dk1"/>
                </a:solidFill>
                <a:latin typeface="Libre Franklin"/>
                <a:ea typeface="Libre Franklin"/>
                <a:cs typeface="Libre Franklin"/>
                <a:sym typeface="Libre Franklin"/>
              </a:defRPr>
            </a:lvl1pPr>
            <a:lvl2pPr marL="0" marR="0" lvl="1" indent="0" algn="l" rtl="0">
              <a:spcBef>
                <a:spcPts val="0"/>
              </a:spcBef>
              <a:buNone/>
              <a:defRPr sz="1100" b="0" i="0" u="none" strike="noStrike" cap="none">
                <a:solidFill>
                  <a:schemeClr val="dk1"/>
                </a:solidFill>
                <a:latin typeface="Libre Franklin"/>
                <a:ea typeface="Libre Franklin"/>
                <a:cs typeface="Libre Franklin"/>
                <a:sym typeface="Libre Franklin"/>
              </a:defRPr>
            </a:lvl2pPr>
            <a:lvl3pPr marL="0" marR="0" lvl="2" indent="0" algn="l" rtl="0">
              <a:spcBef>
                <a:spcPts val="0"/>
              </a:spcBef>
              <a:buNone/>
              <a:defRPr sz="1100" b="0" i="0" u="none" strike="noStrike" cap="none">
                <a:solidFill>
                  <a:schemeClr val="dk1"/>
                </a:solidFill>
                <a:latin typeface="Libre Franklin"/>
                <a:ea typeface="Libre Franklin"/>
                <a:cs typeface="Libre Franklin"/>
                <a:sym typeface="Libre Franklin"/>
              </a:defRPr>
            </a:lvl3pPr>
            <a:lvl4pPr marL="0" marR="0" lvl="3" indent="0" algn="l" rtl="0">
              <a:spcBef>
                <a:spcPts val="0"/>
              </a:spcBef>
              <a:buNone/>
              <a:defRPr sz="1100" b="0" i="0" u="none" strike="noStrike" cap="none">
                <a:solidFill>
                  <a:schemeClr val="dk1"/>
                </a:solidFill>
                <a:latin typeface="Libre Franklin"/>
                <a:ea typeface="Libre Franklin"/>
                <a:cs typeface="Libre Franklin"/>
                <a:sym typeface="Libre Franklin"/>
              </a:defRPr>
            </a:lvl4pPr>
            <a:lvl5pPr marL="0" marR="0" lvl="4" indent="0" algn="l" rtl="0">
              <a:spcBef>
                <a:spcPts val="0"/>
              </a:spcBef>
              <a:buNone/>
              <a:defRPr sz="1100" b="0" i="0" u="none" strike="noStrike" cap="none">
                <a:solidFill>
                  <a:schemeClr val="dk1"/>
                </a:solidFill>
                <a:latin typeface="Libre Franklin"/>
                <a:ea typeface="Libre Franklin"/>
                <a:cs typeface="Libre Franklin"/>
                <a:sym typeface="Libre Franklin"/>
              </a:defRPr>
            </a:lvl5pPr>
            <a:lvl6pPr marL="0" marR="0" lvl="5" indent="0" algn="l" rtl="0">
              <a:spcBef>
                <a:spcPts val="0"/>
              </a:spcBef>
              <a:buNone/>
              <a:defRPr sz="1100" b="0" i="0" u="none" strike="noStrike" cap="none">
                <a:solidFill>
                  <a:schemeClr val="dk1"/>
                </a:solidFill>
                <a:latin typeface="Libre Franklin"/>
                <a:ea typeface="Libre Franklin"/>
                <a:cs typeface="Libre Franklin"/>
                <a:sym typeface="Libre Franklin"/>
              </a:defRPr>
            </a:lvl6pPr>
            <a:lvl7pPr marL="0" marR="0" lvl="6" indent="0" algn="l" rtl="0">
              <a:spcBef>
                <a:spcPts val="0"/>
              </a:spcBef>
              <a:buNone/>
              <a:defRPr sz="1100" b="0" i="0" u="none" strike="noStrike" cap="none">
                <a:solidFill>
                  <a:schemeClr val="dk1"/>
                </a:solidFill>
                <a:latin typeface="Libre Franklin"/>
                <a:ea typeface="Libre Franklin"/>
                <a:cs typeface="Libre Franklin"/>
                <a:sym typeface="Libre Franklin"/>
              </a:defRPr>
            </a:lvl7pPr>
            <a:lvl8pPr marL="0" marR="0" lvl="7" indent="0" algn="l" rtl="0">
              <a:spcBef>
                <a:spcPts val="0"/>
              </a:spcBef>
              <a:buNone/>
              <a:defRPr sz="1100" b="0" i="0" u="none" strike="noStrike" cap="none">
                <a:solidFill>
                  <a:schemeClr val="dk1"/>
                </a:solidFill>
                <a:latin typeface="Libre Franklin"/>
                <a:ea typeface="Libre Franklin"/>
                <a:cs typeface="Libre Franklin"/>
                <a:sym typeface="Libre Franklin"/>
              </a:defRPr>
            </a:lvl8pPr>
            <a:lvl9pPr marL="0" marR="0" lvl="8" indent="0" algn="l" rtl="0">
              <a:spcBef>
                <a:spcPts val="0"/>
              </a:spcBef>
              <a:buNone/>
              <a:defRPr sz="1100" b="0" i="0" u="none" strike="noStrike" cap="none">
                <a:solidFill>
                  <a:schemeClr val="dk1"/>
                </a:solidFill>
                <a:latin typeface="Libre Franklin"/>
                <a:ea typeface="Libre Franklin"/>
                <a:cs typeface="Libre Franklin"/>
                <a:sym typeface="Libre Franklin"/>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png"/><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
          <p:cNvSpPr txBox="1">
            <a:spLocks noGrp="1"/>
          </p:cNvSpPr>
          <p:nvPr>
            <p:ph type="ctrTitle"/>
          </p:nvPr>
        </p:nvSpPr>
        <p:spPr>
          <a:xfrm>
            <a:off x="5250254" y="148172"/>
            <a:ext cx="6461759" cy="1151688"/>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chemeClr val="dk1"/>
              </a:buClr>
              <a:buSzPts val="3600"/>
              <a:buFont typeface="Franklin Gothic"/>
              <a:buNone/>
            </a:pPr>
            <a:r>
              <a:rPr lang="en-US" sz="3600" b="1" dirty="0">
                <a:solidFill>
                  <a:srgbClr val="92D050"/>
                </a:solidFill>
              </a:rPr>
              <a:t>Project Title</a:t>
            </a:r>
            <a:br>
              <a:rPr lang="en-US" sz="3600" b="1" dirty="0">
                <a:solidFill>
                  <a:srgbClr val="92D050"/>
                </a:solidFill>
              </a:rPr>
            </a:br>
            <a:r>
              <a:rPr lang="en-US" sz="2000" b="0" i="0" u="none" strike="noStrike" dirty="0">
                <a:solidFill>
                  <a:schemeClr val="tx1"/>
                </a:solidFill>
                <a:effectLst/>
                <a:latin typeface="Arial" panose="020B0604020202020204" pitchFamily="34" charset="0"/>
              </a:rPr>
              <a:t>Design &amp; Development E</a:t>
            </a:r>
            <a:r>
              <a:rPr lang="en-US" sz="2000" b="0" dirty="0">
                <a:solidFill>
                  <a:schemeClr val="tx1"/>
                </a:solidFill>
                <a:latin typeface="Arial" panose="020B0604020202020204" pitchFamily="34" charset="0"/>
              </a:rPr>
              <a:t>commerce</a:t>
            </a:r>
            <a:r>
              <a:rPr lang="en-US" sz="2000" b="0" i="0" u="none" strike="noStrike" dirty="0">
                <a:solidFill>
                  <a:schemeClr val="tx1"/>
                </a:solidFill>
                <a:effectLst/>
                <a:latin typeface="Arial" panose="020B0604020202020204" pitchFamily="34" charset="0"/>
              </a:rPr>
              <a:t> Website </a:t>
            </a:r>
            <a:endParaRPr sz="2000" dirty="0">
              <a:solidFill>
                <a:srgbClr val="92D050"/>
              </a:solidFill>
            </a:endParaRPr>
          </a:p>
        </p:txBody>
      </p:sp>
      <p:sp>
        <p:nvSpPr>
          <p:cNvPr id="211" name="Google Shape;211;p1"/>
          <p:cNvSpPr txBox="1">
            <a:spLocks noGrp="1"/>
          </p:cNvSpPr>
          <p:nvPr>
            <p:ph type="body" idx="1"/>
          </p:nvPr>
        </p:nvSpPr>
        <p:spPr>
          <a:xfrm>
            <a:off x="5823750" y="1575621"/>
            <a:ext cx="6045695" cy="4922833"/>
          </a:xfrm>
          <a:prstGeom prst="rect">
            <a:avLst/>
          </a:prstGeom>
          <a:noFill/>
          <a:ln>
            <a:noFill/>
          </a:ln>
        </p:spPr>
        <p:txBody>
          <a:bodyPr spcFirstLastPara="1" wrap="square" lIns="0" tIns="0" rIns="0" bIns="0" anchor="t" anchorCtr="0">
            <a:noAutofit/>
          </a:bodyPr>
          <a:lstStyle/>
          <a:p>
            <a:pPr rtl="0">
              <a:spcBef>
                <a:spcPts val="0"/>
              </a:spcBef>
              <a:spcAft>
                <a:spcPts val="0"/>
              </a:spcAft>
            </a:pPr>
            <a:r>
              <a:rPr lang="en-US" dirty="0">
                <a:latin typeface="Franklin Gothic"/>
                <a:ea typeface="Franklin Gothic"/>
                <a:cs typeface="Franklin Gothic"/>
                <a:sym typeface="Franklin Gothic"/>
              </a:rPr>
              <a:t>Problem Statement:  </a:t>
            </a:r>
            <a:r>
              <a:rPr lang="en-US" sz="2000" dirty="0">
                <a:solidFill>
                  <a:schemeClr val="tx1"/>
                </a:solidFill>
                <a:latin typeface="Franklin Gothic"/>
                <a:ea typeface="Franklin Gothic"/>
                <a:cs typeface="Franklin Gothic"/>
                <a:sym typeface="Franklin Gothic"/>
              </a:rPr>
              <a:t>Develop a recommendation system for an e-commerce website that retrieves product listings and prices from various platforms like Amazon, Flipkart, and Myntra, displaying them on the user's search. Additionally, implement graphical authentication for enhanced security during user login.</a:t>
            </a:r>
            <a:endParaRPr lang="en-US" sz="2000" b="0" dirty="0">
              <a:solidFill>
                <a:schemeClr val="tx1"/>
              </a:solidFill>
              <a:effectLst/>
            </a:endParaRPr>
          </a:p>
          <a:p>
            <a:r>
              <a:rPr lang="en-US" dirty="0">
                <a:latin typeface="Franklin Gothic"/>
                <a:ea typeface="Franklin Gothic"/>
                <a:cs typeface="Franklin Gothic"/>
                <a:sym typeface="Franklin Gothic"/>
              </a:rPr>
              <a:t>Project Group Number: </a:t>
            </a:r>
            <a:r>
              <a:rPr lang="en-US" sz="2000" dirty="0">
                <a:solidFill>
                  <a:schemeClr val="tx1"/>
                </a:solidFill>
                <a:latin typeface="Franklin Gothic"/>
                <a:ea typeface="Franklin Gothic"/>
                <a:cs typeface="Franklin Gothic"/>
                <a:sym typeface="Franklin Gothic"/>
              </a:rPr>
              <a:t>39</a:t>
            </a:r>
          </a:p>
          <a:p>
            <a:endParaRPr lang="en-US" sz="2000" dirty="0">
              <a:solidFill>
                <a:schemeClr val="tx1"/>
              </a:solidFill>
              <a:latin typeface="Franklin Gothic"/>
              <a:ea typeface="Franklin Gothic"/>
              <a:cs typeface="Franklin Gothic"/>
              <a:sym typeface="Franklin Gothic"/>
            </a:endParaRPr>
          </a:p>
          <a:p>
            <a:pPr rtl="0">
              <a:spcBef>
                <a:spcPts val="1000"/>
              </a:spcBef>
              <a:spcAft>
                <a:spcPts val="0"/>
              </a:spcAft>
            </a:pPr>
            <a:r>
              <a:rPr lang="en-US" dirty="0">
                <a:latin typeface="Franklin Gothic"/>
                <a:ea typeface="Franklin Gothic"/>
                <a:cs typeface="Franklin Gothic"/>
                <a:sym typeface="Franklin Gothic"/>
              </a:rPr>
              <a:t>Group Member Details</a:t>
            </a:r>
            <a:r>
              <a:rPr lang="en-US" dirty="0">
                <a:solidFill>
                  <a:schemeClr val="tx1"/>
                </a:solidFill>
                <a:latin typeface="Franklin Gothic"/>
                <a:ea typeface="Franklin Gothic"/>
                <a:cs typeface="Franklin Gothic"/>
                <a:sym typeface="Franklin Gothic"/>
              </a:rPr>
              <a:t>:</a:t>
            </a:r>
            <a:r>
              <a:rPr lang="en-IN" dirty="0">
                <a:solidFill>
                  <a:schemeClr val="tx1"/>
                </a:solidFill>
                <a:latin typeface="Arial" panose="020B0604020202020204" pitchFamily="34" charset="0"/>
                <a:ea typeface="Franklin Gothic"/>
                <a:cs typeface="Franklin Gothic"/>
                <a:sym typeface="Franklin Gothic"/>
              </a:rPr>
              <a:t>Nidhi rani</a:t>
            </a:r>
            <a:r>
              <a:rPr lang="en-IN" sz="1800" b="0" i="0" u="none" strike="noStrike" dirty="0">
                <a:solidFill>
                  <a:schemeClr val="tx1"/>
                </a:solidFill>
                <a:effectLst/>
                <a:latin typeface="Arial" panose="020B0604020202020204" pitchFamily="34" charset="0"/>
              </a:rPr>
              <a:t>         (0187CS211108)</a:t>
            </a:r>
            <a:endParaRPr lang="en-IN" b="0" dirty="0">
              <a:solidFill>
                <a:schemeClr val="tx1"/>
              </a:solidFill>
              <a:effectLst/>
            </a:endParaRPr>
          </a:p>
          <a:p>
            <a:r>
              <a:rPr lang="en-IN" sz="1800" b="0" i="0" u="none" strike="noStrike" dirty="0">
                <a:solidFill>
                  <a:schemeClr val="tx1"/>
                </a:solidFill>
                <a:effectLst/>
                <a:latin typeface="Arial" panose="020B0604020202020204" pitchFamily="34" charset="0"/>
              </a:rPr>
              <a:t>                                   </a:t>
            </a:r>
            <a:r>
              <a:rPr lang="en-IN" sz="1800" b="0" i="0" u="none" strike="noStrike" dirty="0" err="1">
                <a:solidFill>
                  <a:schemeClr val="tx1"/>
                </a:solidFill>
                <a:effectLst/>
                <a:latin typeface="Arial" panose="020B0604020202020204" pitchFamily="34" charset="0"/>
              </a:rPr>
              <a:t>Navlesh</a:t>
            </a:r>
            <a:r>
              <a:rPr lang="en-IN" sz="1800" b="0" i="0" u="none" strike="noStrike" dirty="0">
                <a:solidFill>
                  <a:schemeClr val="tx1"/>
                </a:solidFill>
                <a:effectLst/>
                <a:latin typeface="Arial" panose="020B0604020202020204" pitchFamily="34" charset="0"/>
              </a:rPr>
              <a:t> </a:t>
            </a:r>
            <a:r>
              <a:rPr lang="en-IN" sz="1800" b="0" i="0" u="none" strike="noStrike" dirty="0" err="1">
                <a:solidFill>
                  <a:schemeClr val="tx1"/>
                </a:solidFill>
                <a:effectLst/>
                <a:latin typeface="Arial" panose="020B0604020202020204" pitchFamily="34" charset="0"/>
              </a:rPr>
              <a:t>ku</a:t>
            </a:r>
            <a:r>
              <a:rPr lang="en-IN" dirty="0" err="1">
                <a:solidFill>
                  <a:schemeClr val="tx1"/>
                </a:solidFill>
                <a:latin typeface="Arial" panose="020B0604020202020204" pitchFamily="34" charset="0"/>
              </a:rPr>
              <a:t>mar</a:t>
            </a:r>
            <a:r>
              <a:rPr lang="en-IN" sz="1800" b="0" i="0" u="none" strike="noStrike" dirty="0">
                <a:solidFill>
                  <a:schemeClr val="tx1"/>
                </a:solidFill>
                <a:effectLst/>
                <a:latin typeface="Arial" panose="020B0604020202020204" pitchFamily="34" charset="0"/>
              </a:rPr>
              <a:t> (0187CS211106)</a:t>
            </a:r>
            <a:endParaRPr lang="en-IN" dirty="0">
              <a:solidFill>
                <a:schemeClr val="tx1"/>
              </a:solidFill>
            </a:endParaRPr>
          </a:p>
          <a:p>
            <a:r>
              <a:rPr lang="en-IN" sz="1800" b="0" i="0" u="none" strike="noStrike" dirty="0">
                <a:solidFill>
                  <a:schemeClr val="tx1"/>
                </a:solidFill>
                <a:effectLst/>
                <a:latin typeface="Arial" panose="020B0604020202020204" pitchFamily="34" charset="0"/>
              </a:rPr>
              <a:t>                                   Manish </a:t>
            </a:r>
            <a:r>
              <a:rPr lang="en-IN" sz="1800" b="0" i="0" u="none" strike="noStrike" dirty="0" err="1">
                <a:solidFill>
                  <a:schemeClr val="tx1"/>
                </a:solidFill>
                <a:effectLst/>
                <a:latin typeface="Arial" panose="020B0604020202020204" pitchFamily="34" charset="0"/>
              </a:rPr>
              <a:t>kumar</a:t>
            </a:r>
            <a:r>
              <a:rPr lang="en-IN" sz="1800" b="0" i="0" u="none" strike="noStrike" dirty="0">
                <a:solidFill>
                  <a:schemeClr val="tx1"/>
                </a:solidFill>
                <a:effectLst/>
                <a:latin typeface="Arial" panose="020B0604020202020204" pitchFamily="34" charset="0"/>
              </a:rPr>
              <a:t>   (0187CS211096)</a:t>
            </a:r>
          </a:p>
          <a:p>
            <a:r>
              <a:rPr lang="en-IN" dirty="0">
                <a:solidFill>
                  <a:schemeClr val="tx1"/>
                </a:solidFill>
                <a:latin typeface="Arial" panose="020B0604020202020204" pitchFamily="34" charset="0"/>
              </a:rPr>
              <a:t>                                   Praveen </a:t>
            </a:r>
            <a:r>
              <a:rPr lang="en-IN" dirty="0" err="1">
                <a:solidFill>
                  <a:schemeClr val="tx1"/>
                </a:solidFill>
                <a:latin typeface="Arial" panose="020B0604020202020204" pitchFamily="34" charset="0"/>
              </a:rPr>
              <a:t>pandey</a:t>
            </a:r>
            <a:r>
              <a:rPr lang="en-IN" dirty="0">
                <a:solidFill>
                  <a:schemeClr val="tx1"/>
                </a:solidFill>
                <a:latin typeface="Arial" panose="020B0604020202020204" pitchFamily="34" charset="0"/>
              </a:rPr>
              <a:t> (0187CS21124)</a:t>
            </a:r>
            <a:endParaRPr lang="en-IN" b="0" dirty="0">
              <a:solidFill>
                <a:schemeClr val="tx1"/>
              </a:solidFill>
              <a:effectLst/>
            </a:endParaRPr>
          </a:p>
          <a:p>
            <a:endParaRPr lang="en-US" dirty="0">
              <a:latin typeface="Franklin Gothic"/>
              <a:ea typeface="Franklin Gothic"/>
              <a:cs typeface="Franklin Gothic"/>
              <a:sym typeface="Franklin Gothic"/>
            </a:endParaRPr>
          </a:p>
          <a:p>
            <a:pPr rtl="0">
              <a:spcBef>
                <a:spcPts val="1000"/>
              </a:spcBef>
              <a:spcAft>
                <a:spcPts val="0"/>
              </a:spcAft>
            </a:pPr>
            <a:r>
              <a:rPr lang="en-US" dirty="0">
                <a:latin typeface="Franklin Gothic"/>
                <a:ea typeface="Franklin Gothic"/>
                <a:cs typeface="Franklin Gothic"/>
                <a:sym typeface="Franklin Gothic"/>
              </a:rPr>
              <a:t>Guide Details: </a:t>
            </a:r>
            <a:r>
              <a:rPr lang="en-IN" sz="2000" dirty="0">
                <a:solidFill>
                  <a:schemeClr val="tx1"/>
                </a:solidFill>
                <a:latin typeface="Arial" panose="020B0604020202020204" pitchFamily="34" charset="0"/>
                <a:ea typeface="Franklin Gothic"/>
                <a:cs typeface="Franklin Gothic"/>
                <a:sym typeface="Franklin Gothic"/>
              </a:rPr>
              <a:t>Bhavna Soni</a:t>
            </a:r>
            <a:endParaRPr lang="en-IN" sz="2000" b="0" dirty="0">
              <a:solidFill>
                <a:schemeClr val="tx1"/>
              </a:solidFill>
              <a:effectLst/>
            </a:endParaRPr>
          </a:p>
          <a:p>
            <a:br>
              <a:rPr lang="en-IN" dirty="0"/>
            </a:br>
            <a:endParaRPr lang="en-US" dirty="0"/>
          </a:p>
          <a:p>
            <a:pPr marL="0" lvl="0" indent="0" algn="l" rtl="0">
              <a:lnSpc>
                <a:spcPct val="90000"/>
              </a:lnSpc>
              <a:spcBef>
                <a:spcPts val="1000"/>
              </a:spcBef>
              <a:spcAft>
                <a:spcPts val="0"/>
              </a:spcAft>
              <a:buClr>
                <a:schemeClr val="lt2"/>
              </a:buClr>
              <a:buSzPts val="1800"/>
              <a:buNone/>
            </a:pPr>
            <a:endParaRPr dirty="0"/>
          </a:p>
        </p:txBody>
      </p:sp>
      <p:sp>
        <p:nvSpPr>
          <p:cNvPr id="6" name="Title 2"/>
          <p:cNvSpPr txBox="1">
            <a:spLocks/>
          </p:cNvSpPr>
          <p:nvPr/>
        </p:nvSpPr>
        <p:spPr>
          <a:xfrm>
            <a:off x="964023" y="879063"/>
            <a:ext cx="4941477" cy="61086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6000"/>
              <a:buFont typeface="Franklin Gothic"/>
              <a:buNone/>
              <a:defRPr sz="6000" b="1" i="0" u="none" strike="noStrike" cap="none">
                <a:solidFill>
                  <a:schemeClr val="dk1"/>
                </a:solidFill>
                <a:latin typeface="Franklin Gothic"/>
                <a:ea typeface="Franklin Gothic"/>
                <a:cs typeface="Franklin Gothic"/>
                <a:sym typeface="Franklin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2"/>
                </a:solidFill>
                <a:latin typeface="Arial"/>
                <a:ea typeface="Arial"/>
                <a:cs typeface="Arial"/>
                <a:sym typeface="Arial"/>
              </a:defRPr>
            </a:lvl9pPr>
          </a:lstStyle>
          <a:p>
            <a:pPr algn="ctr"/>
            <a:r>
              <a:rPr lang="en-US" sz="3600"/>
              <a:t>Minor Project - I</a:t>
            </a:r>
          </a:p>
          <a:p>
            <a:pPr algn="ctr"/>
            <a:r>
              <a:rPr lang="en-US" sz="3600"/>
              <a:t>CS- 508</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4023" y="442636"/>
            <a:ext cx="893352" cy="11329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
          <p:cNvSpPr txBox="1">
            <a:spLocks noGrp="1"/>
          </p:cNvSpPr>
          <p:nvPr>
            <p:ph type="title"/>
          </p:nvPr>
        </p:nvSpPr>
        <p:spPr>
          <a:xfrm>
            <a:off x="964023" y="1064807"/>
            <a:ext cx="5534431"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a:t>Idea/Approach Details</a:t>
            </a:r>
            <a:endParaRPr/>
          </a:p>
        </p:txBody>
      </p:sp>
      <p:sp>
        <p:nvSpPr>
          <p:cNvPr id="218" name="Google Shape;218;p2"/>
          <p:cNvSpPr txBox="1">
            <a:spLocks noGrp="1"/>
          </p:cNvSpPr>
          <p:nvPr>
            <p:ph type="body" idx="1"/>
          </p:nvPr>
        </p:nvSpPr>
        <p:spPr>
          <a:xfrm>
            <a:off x="971550" y="2289363"/>
            <a:ext cx="6024054" cy="2877441"/>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lnSpc>
                <a:spcPct val="100000"/>
              </a:lnSpc>
              <a:spcBef>
                <a:spcPts val="0"/>
              </a:spcBef>
              <a:spcAft>
                <a:spcPts val="0"/>
              </a:spcAft>
              <a:buClr>
                <a:schemeClr val="lt2"/>
              </a:buClr>
              <a:buSzPts val="1800"/>
              <a:buNone/>
            </a:pPr>
            <a:r>
              <a:rPr lang="en-US" sz="1800" dirty="0">
                <a:solidFill>
                  <a:schemeClr val="lt2"/>
                </a:solidFill>
                <a:latin typeface="Franklin Gothic"/>
                <a:ea typeface="Franklin Gothic"/>
                <a:cs typeface="Franklin Gothic"/>
                <a:sym typeface="Franklin Gothic"/>
              </a:rPr>
              <a:t> Describe your idea Solution/Prototype here:</a:t>
            </a:r>
            <a:endParaRPr dirty="0"/>
          </a:p>
          <a:p>
            <a:pPr marL="285750" indent="-285750">
              <a:buFont typeface="Noto Sans Symbols"/>
              <a:buChar char="⮚"/>
            </a:pPr>
            <a:r>
              <a:rPr lang="en-US" dirty="0">
                <a:solidFill>
                  <a:schemeClr val="tx1"/>
                </a:solidFill>
              </a:rPr>
              <a:t> Create a recommendation system integrating APIs from leading e-commerce platforms to showcase product listings and prices directly on the user's search. Simultaneously, incorporate graphical authentication as an additional security layer for user login. Users will select specific images and create personalized patterns for authentication, enhancing both the usability and security of the platform. This approach aims to offer users a seamless shopping experience while ensuring robust protection against unauthorized access.</a:t>
            </a:r>
            <a:endParaRPr sz="1800" dirty="0">
              <a:solidFill>
                <a:schemeClr val="tx1"/>
              </a:solidFill>
            </a:endParaRPr>
          </a:p>
          <a:p>
            <a:pPr marL="285750" lvl="0" indent="-184150" algn="l" rtl="0">
              <a:lnSpc>
                <a:spcPct val="100000"/>
              </a:lnSpc>
              <a:spcBef>
                <a:spcPts val="1000"/>
              </a:spcBef>
              <a:spcAft>
                <a:spcPts val="0"/>
              </a:spcAft>
              <a:buClr>
                <a:schemeClr val="dk1"/>
              </a:buClr>
              <a:buSzPts val="1600"/>
              <a:buFont typeface="Noto Sans Symbols"/>
              <a:buNone/>
            </a:pPr>
            <a:endParaRPr dirty="0"/>
          </a:p>
        </p:txBody>
      </p:sp>
      <p:sp>
        <p:nvSpPr>
          <p:cNvPr id="219" name="Google Shape;219;p2"/>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2</a:t>
            </a:fld>
            <a:endParaRPr/>
          </a:p>
        </p:txBody>
      </p:sp>
      <p:sp>
        <p:nvSpPr>
          <p:cNvPr id="222" name="Google Shape;222;p2"/>
          <p:cNvSpPr txBox="1"/>
          <p:nvPr/>
        </p:nvSpPr>
        <p:spPr>
          <a:xfrm>
            <a:off x="7378575" y="4011282"/>
            <a:ext cx="4387855" cy="2535065"/>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2"/>
              </a:buClr>
              <a:buSzPts val="1800"/>
              <a:buFont typeface="Arial"/>
              <a:buNone/>
            </a:pPr>
            <a:r>
              <a:rPr lang="en-US" sz="1800" b="0" i="0" dirty="0">
                <a:solidFill>
                  <a:schemeClr val="lt2"/>
                </a:solidFill>
                <a:latin typeface="Franklin Gothic"/>
                <a:ea typeface="Franklin Gothic"/>
                <a:cs typeface="Franklin Gothic"/>
                <a:sym typeface="Franklin Gothic"/>
              </a:rPr>
              <a:t> Describe your Technology stack here</a:t>
            </a:r>
            <a:r>
              <a:rPr lang="en-US" sz="1600" b="0" i="0" dirty="0">
                <a:solidFill>
                  <a:schemeClr val="dk1"/>
                </a:solidFill>
                <a:latin typeface="Libre Franklin"/>
                <a:ea typeface="Libre Franklin"/>
                <a:cs typeface="Libre Franklin"/>
                <a:sym typeface="Libre Franklin"/>
              </a:rPr>
              <a:t>:</a:t>
            </a:r>
          </a:p>
          <a:p>
            <a:pPr marL="0" marR="0" lvl="0" indent="0" algn="l" rtl="0">
              <a:lnSpc>
                <a:spcPct val="100000"/>
              </a:lnSpc>
              <a:spcBef>
                <a:spcPts val="0"/>
              </a:spcBef>
              <a:spcAft>
                <a:spcPts val="0"/>
              </a:spcAft>
              <a:buClr>
                <a:schemeClr val="lt2"/>
              </a:buClr>
              <a:buSzPts val="1800"/>
              <a:buFont typeface="Arial"/>
              <a:buNone/>
            </a:pPr>
            <a:endParaRPr dirty="0"/>
          </a:p>
          <a:p>
            <a:pPr marL="285750" marR="0" lvl="0" indent="-285750" algn="l" rtl="0">
              <a:lnSpc>
                <a:spcPct val="100000"/>
              </a:lnSpc>
              <a:spcBef>
                <a:spcPts val="1000"/>
              </a:spcBef>
              <a:spcAft>
                <a:spcPts val="0"/>
              </a:spcAft>
              <a:buClr>
                <a:schemeClr val="dk1"/>
              </a:buClr>
              <a:buSzPts val="1600"/>
              <a:buFont typeface="Noto Sans Symbols"/>
              <a:buChar char="⮚"/>
            </a:pPr>
            <a:r>
              <a:rPr lang="en-US" sz="1600" b="1" dirty="0">
                <a:solidFill>
                  <a:schemeClr val="dk1"/>
                </a:solidFill>
                <a:latin typeface="Libre Franklin"/>
                <a:ea typeface="Libre Franklin"/>
                <a:cs typeface="Libre Franklin"/>
                <a:sym typeface="Libre Franklin"/>
              </a:rPr>
              <a:t>Front-End Technologies:</a:t>
            </a:r>
            <a:r>
              <a:rPr lang="en-US" sz="1600" dirty="0">
                <a:solidFill>
                  <a:schemeClr val="dk1"/>
                </a:solidFill>
                <a:latin typeface="Libre Franklin"/>
                <a:ea typeface="Libre Franklin"/>
                <a:cs typeface="Libre Franklin"/>
                <a:sym typeface="Libre Franklin"/>
              </a:rPr>
              <a:t> HTML, CSS, JavaScript.</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b="1" dirty="0">
                <a:solidFill>
                  <a:schemeClr val="dk1"/>
                </a:solidFill>
                <a:latin typeface="Libre Franklin"/>
                <a:ea typeface="Libre Franklin"/>
                <a:cs typeface="Libre Franklin"/>
                <a:sym typeface="Libre Franklin"/>
              </a:rPr>
              <a:t>Database: </a:t>
            </a:r>
            <a:r>
              <a:rPr lang="en-US" sz="1600" dirty="0">
                <a:solidFill>
                  <a:schemeClr val="dk1"/>
                </a:solidFill>
                <a:latin typeface="Libre Franklin"/>
                <a:ea typeface="Libre Franklin"/>
                <a:cs typeface="Libre Franklin"/>
                <a:sym typeface="Libre Franklin"/>
              </a:rPr>
              <a:t>Mongo DB</a:t>
            </a:r>
          </a:p>
          <a:p>
            <a:pPr marL="285750" marR="0" lvl="0" indent="-285750" algn="l" rtl="0">
              <a:lnSpc>
                <a:spcPct val="100000"/>
              </a:lnSpc>
              <a:spcBef>
                <a:spcPts val="1000"/>
              </a:spcBef>
              <a:spcAft>
                <a:spcPts val="0"/>
              </a:spcAft>
              <a:buClr>
                <a:schemeClr val="dk1"/>
              </a:buClr>
              <a:buSzPts val="1600"/>
              <a:buFont typeface="Noto Sans Symbols"/>
              <a:buChar char="⮚"/>
            </a:pPr>
            <a:r>
              <a:rPr lang="en-US" sz="1600" b="1" dirty="0">
                <a:solidFill>
                  <a:schemeClr val="dk1"/>
                </a:solidFill>
                <a:latin typeface="Libre Franklin"/>
                <a:ea typeface="Libre Franklin"/>
                <a:cs typeface="Libre Franklin"/>
                <a:sym typeface="Libre Franklin"/>
              </a:rPr>
              <a:t>Backend-Technology:</a:t>
            </a:r>
            <a:r>
              <a:rPr lang="en-US" sz="1600" dirty="0">
                <a:solidFill>
                  <a:schemeClr val="dk1"/>
                </a:solidFill>
                <a:latin typeface="Libre Franklin"/>
                <a:ea typeface="Libre Franklin"/>
                <a:cs typeface="Libre Franklin"/>
                <a:sym typeface="Libre Franklin"/>
              </a:rPr>
              <a:t> Python with flask</a:t>
            </a:r>
          </a:p>
          <a:p>
            <a:pPr marL="285750" marR="0" lvl="0" indent="-285750" algn="l" rtl="0">
              <a:lnSpc>
                <a:spcPct val="100000"/>
              </a:lnSpc>
              <a:spcBef>
                <a:spcPts val="1000"/>
              </a:spcBef>
              <a:spcAft>
                <a:spcPts val="0"/>
              </a:spcAft>
              <a:buClr>
                <a:schemeClr val="dk1"/>
              </a:buClr>
              <a:buSzPts val="1600"/>
              <a:buFont typeface="Noto Sans Symbols"/>
              <a:buChar char="⮚"/>
            </a:pPr>
            <a:endParaRPr lang="en-US" sz="1600" dirty="0">
              <a:solidFill>
                <a:schemeClr val="dk1"/>
              </a:solidFill>
              <a:latin typeface="Libre Franklin"/>
              <a:ea typeface="Libre Franklin"/>
              <a:cs typeface="Libre Franklin"/>
              <a:sym typeface="Libre Franklin"/>
            </a:endParaRPr>
          </a:p>
          <a:p>
            <a:pPr marR="0" lvl="0" algn="l" rtl="0">
              <a:lnSpc>
                <a:spcPct val="100000"/>
              </a:lnSpc>
              <a:spcBef>
                <a:spcPts val="1000"/>
              </a:spcBef>
              <a:spcAft>
                <a:spcPts val="0"/>
              </a:spcAft>
              <a:buClr>
                <a:schemeClr val="dk1"/>
              </a:buClr>
              <a:buSzPts val="1600"/>
            </a:pPr>
            <a:endParaRPr lang="en-US" sz="1600" b="0" i="0" dirty="0">
              <a:solidFill>
                <a:schemeClr val="dk1"/>
              </a:solidFill>
              <a:latin typeface="Libre Franklin"/>
              <a:ea typeface="Libre Franklin"/>
              <a:cs typeface="Libre Franklin"/>
              <a:sym typeface="Libre Franklin"/>
            </a:endParaRPr>
          </a:p>
        </p:txBody>
      </p:sp>
      <p:sp>
        <p:nvSpPr>
          <p:cNvPr id="2" name="Google Shape;222;p2">
            <a:extLst>
              <a:ext uri="{FF2B5EF4-FFF2-40B4-BE49-F238E27FC236}">
                <a16:creationId xmlns:a16="http://schemas.microsoft.com/office/drawing/2014/main" id="{D17D62E3-421C-8B4F-24FC-7C53CF7AA148}"/>
              </a:ext>
            </a:extLst>
          </p:cNvPr>
          <p:cNvSpPr txBox="1"/>
          <p:nvPr/>
        </p:nvSpPr>
        <p:spPr>
          <a:xfrm>
            <a:off x="7378575" y="664234"/>
            <a:ext cx="4551757" cy="3191774"/>
          </a:xfrm>
          <a:prstGeom prst="rect">
            <a:avLst/>
          </a:prstGeom>
          <a:noFill/>
          <a:ln w="9525" cap="flat" cmpd="sng">
            <a:solidFill>
              <a:schemeClr val="dk1"/>
            </a:solidFill>
            <a:prstDash val="solid"/>
            <a:round/>
            <a:headEnd type="none" w="sm" len="sm"/>
            <a:tailEnd type="none" w="sm" len="sm"/>
          </a:ln>
        </p:spPr>
        <p:txBody>
          <a:bodyPr spcFirstLastPara="1" wrap="square" lIns="0" tIns="0" rIns="0" bIns="0" anchor="b" anchorCtr="0">
            <a:noAutofit/>
          </a:bodyPr>
          <a:lstStyle/>
          <a:p>
            <a:pPr marL="0" marR="0" lvl="0" indent="0" algn="l" rtl="0">
              <a:lnSpc>
                <a:spcPct val="100000"/>
              </a:lnSpc>
              <a:spcBef>
                <a:spcPts val="0"/>
              </a:spcBef>
              <a:spcAft>
                <a:spcPts val="0"/>
              </a:spcAft>
              <a:buClr>
                <a:schemeClr val="lt2"/>
              </a:buClr>
              <a:buSzPts val="1800"/>
              <a:buFont typeface="Arial"/>
              <a:buNone/>
            </a:pPr>
            <a:r>
              <a:rPr lang="en-US" sz="1800" b="0" i="0" dirty="0">
                <a:solidFill>
                  <a:schemeClr val="lt2"/>
                </a:solidFill>
                <a:latin typeface="Franklin Gothic"/>
                <a:ea typeface="Franklin Gothic"/>
                <a:cs typeface="Franklin Gothic"/>
                <a:sym typeface="Franklin Gothic"/>
              </a:rPr>
              <a:t> Abstract</a:t>
            </a:r>
            <a:r>
              <a:rPr lang="en-US" sz="1600" b="0" i="0" dirty="0">
                <a:solidFill>
                  <a:schemeClr val="dk1"/>
                </a:solidFill>
                <a:latin typeface="Libre Franklin"/>
                <a:ea typeface="Libre Franklin"/>
                <a:cs typeface="Libre Franklin"/>
                <a:sym typeface="Libre Franklin"/>
              </a:rPr>
              <a:t>:</a:t>
            </a:r>
            <a:endParaRPr dirty="0"/>
          </a:p>
          <a:p>
            <a:pPr marL="285750" marR="0" lvl="0" indent="-285750" algn="just" rtl="0">
              <a:lnSpc>
                <a:spcPct val="100000"/>
              </a:lnSpc>
              <a:spcBef>
                <a:spcPts val="1000"/>
              </a:spcBef>
              <a:spcAft>
                <a:spcPts val="0"/>
              </a:spcAft>
              <a:buClr>
                <a:schemeClr val="dk1"/>
              </a:buClr>
              <a:buSzPts val="1600"/>
              <a:buFont typeface="Arial" panose="020B0604020202020204" pitchFamily="34" charset="0"/>
              <a:buChar char="•"/>
            </a:pPr>
            <a:r>
              <a:rPr lang="en-US" sz="1600" b="0" i="0" dirty="0">
                <a:solidFill>
                  <a:schemeClr val="dk1"/>
                </a:solidFill>
                <a:latin typeface="Libre Franklin"/>
                <a:ea typeface="Libre Franklin"/>
                <a:cs typeface="Libre Franklin"/>
                <a:sym typeface="Libre Franklin"/>
              </a:rPr>
              <a:t>Our website is a cutting-edge platform revolutionizing online shopping by seamlessly integrating leading e-commerce APIs for real-time product listings and prices. In addition, we pioneer enhanced security measures through graphical authentication, empowering users to create personalized authentication patterns using specific images. This innovative approach ensures both seamless shopping experiences and robust protection against unauthorized access, elevating usability and security to unprecedented levels."</a:t>
            </a:r>
            <a:endParaRPr sz="1600" b="0" i="0" dirty="0">
              <a:solidFill>
                <a:schemeClr val="dk1"/>
              </a:solidFill>
              <a:latin typeface="Libre Franklin"/>
              <a:ea typeface="Libre Franklin"/>
              <a:cs typeface="Libre Franklin"/>
              <a:sym typeface="Libre Franklin"/>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167786"/>
            <a:ext cx="5780809"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US"/>
              <a:t>Project Requirements </a:t>
            </a:r>
            <a:endParaRPr/>
          </a:p>
        </p:txBody>
      </p:sp>
      <p:sp>
        <p:nvSpPr>
          <p:cNvPr id="228" name="Google Shape;228;p3"/>
          <p:cNvSpPr txBox="1">
            <a:spLocks noGrp="1"/>
          </p:cNvSpPr>
          <p:nvPr>
            <p:ph type="body" idx="2"/>
          </p:nvPr>
        </p:nvSpPr>
        <p:spPr>
          <a:xfrm>
            <a:off x="952500" y="2228848"/>
            <a:ext cx="4838700" cy="428055"/>
          </a:xfrm>
          <a:prstGeom prst="rect">
            <a:avLst/>
          </a:prstGeom>
          <a:noFill/>
          <a:ln>
            <a:noFill/>
          </a:ln>
        </p:spPr>
        <p:txBody>
          <a:bodyPr spcFirstLastPara="1" wrap="square" lIns="91425" tIns="45700" rIns="91425" bIns="45700" anchor="t" anchorCtr="0">
            <a:noAutofit/>
          </a:bodyPr>
          <a:lstStyle/>
          <a:p>
            <a:pPr marL="228600" lvl="0">
              <a:spcBef>
                <a:spcPts val="0"/>
              </a:spcBef>
            </a:pPr>
            <a:r>
              <a:rPr lang="en-US" sz="2000"/>
              <a:t>Functional Requirements</a:t>
            </a:r>
            <a:endParaRPr sz="2000"/>
          </a:p>
        </p:txBody>
      </p:sp>
      <p:sp>
        <p:nvSpPr>
          <p:cNvPr id="229" name="Google Shape;229;p3"/>
          <p:cNvSpPr txBox="1">
            <a:spLocks noGrp="1"/>
          </p:cNvSpPr>
          <p:nvPr>
            <p:ph type="body" idx="1"/>
          </p:nvPr>
        </p:nvSpPr>
        <p:spPr>
          <a:xfrm>
            <a:off x="952499" y="2656903"/>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514350" indent="-285750" rtl="0" fontAlgn="base">
              <a:spcBef>
                <a:spcPts val="0"/>
              </a:spcBef>
              <a:spcAft>
                <a:spcPts val="0"/>
              </a:spcAft>
              <a:buFont typeface="Wingdings" panose="05000000000000000000" pitchFamily="2" charset="2"/>
              <a:buChar char="Ø"/>
            </a:pPr>
            <a:endParaRPr lang="en-US" dirty="0">
              <a:solidFill>
                <a:schemeClr val="tx1"/>
              </a:solidFill>
            </a:endParaRPr>
          </a:p>
          <a:p>
            <a:pPr marL="514350" indent="-285750" rtl="0" fontAlgn="base">
              <a:spcBef>
                <a:spcPts val="0"/>
              </a:spcBef>
              <a:spcAft>
                <a:spcPts val="0"/>
              </a:spcAft>
              <a:buFont typeface="Wingdings" panose="05000000000000000000" pitchFamily="2" charset="2"/>
              <a:buChar char="Ø"/>
            </a:pPr>
            <a:endParaRPr lang="en-US" dirty="0">
              <a:solidFill>
                <a:schemeClr val="tx1"/>
              </a:solidFill>
            </a:endParaRPr>
          </a:p>
          <a:p>
            <a:pPr marL="514350" indent="-285750" rtl="0" fontAlgn="base">
              <a:spcBef>
                <a:spcPts val="0"/>
              </a:spcBef>
              <a:spcAft>
                <a:spcPts val="0"/>
              </a:spcAft>
              <a:buFont typeface="Wingdings" panose="05000000000000000000" pitchFamily="2" charset="2"/>
              <a:buChar char="Ø"/>
            </a:pPr>
            <a:r>
              <a:rPr lang="en-US" dirty="0">
                <a:solidFill>
                  <a:schemeClr val="tx1"/>
                </a:solidFill>
              </a:rPr>
              <a:t> </a:t>
            </a:r>
            <a:r>
              <a:rPr lang="en-US" sz="1800" b="0" i="0" u="none" strike="noStrike" dirty="0">
                <a:solidFill>
                  <a:schemeClr val="tx1"/>
                </a:solidFill>
                <a:effectLst/>
                <a:latin typeface="Roboto" panose="02000000000000000000" pitchFamily="2" charset="0"/>
              </a:rPr>
              <a:t>User Registration and Authentication.</a:t>
            </a:r>
            <a:endParaRPr lang="en-US" sz="1800" b="0" i="0" u="none" strike="noStrike" dirty="0">
              <a:solidFill>
                <a:schemeClr val="tx1"/>
              </a:solidFill>
              <a:effectLst/>
              <a:latin typeface="Arial" panose="020B0604020202020204" pitchFamily="34" charset="0"/>
            </a:endParaRPr>
          </a:p>
          <a:p>
            <a:pPr marL="5143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User-friendly search for </a:t>
            </a:r>
            <a:r>
              <a:rPr lang="en-US" sz="1800" dirty="0">
                <a:solidFill>
                  <a:schemeClr val="tx1"/>
                </a:solidFill>
                <a:latin typeface="Roboto" panose="02000000000000000000" pitchFamily="2" charset="0"/>
              </a:rPr>
              <a:t>clothes of men’s and women’s collection.</a:t>
            </a:r>
            <a:endParaRPr lang="en-US" sz="1800" b="0" i="0" u="none" strike="noStrike" dirty="0">
              <a:solidFill>
                <a:schemeClr val="tx1"/>
              </a:solidFill>
              <a:effectLst/>
              <a:latin typeface="Roboto" panose="02000000000000000000" pitchFamily="2" charset="0"/>
            </a:endParaRPr>
          </a:p>
          <a:p>
            <a:pPr marL="5143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Easy-to-use </a:t>
            </a:r>
            <a:r>
              <a:rPr lang="en-US" sz="1800" dirty="0">
                <a:solidFill>
                  <a:schemeClr val="tx1"/>
                </a:solidFill>
                <a:latin typeface="Roboto" panose="02000000000000000000" pitchFamily="2" charset="0"/>
              </a:rPr>
              <a:t>to buy .</a:t>
            </a:r>
            <a:endParaRPr lang="en-US" sz="1800" b="0" i="0" u="none" strike="noStrike" dirty="0">
              <a:solidFill>
                <a:schemeClr val="tx1"/>
              </a:solidFill>
              <a:effectLst/>
              <a:latin typeface="Roboto" panose="02000000000000000000" pitchFamily="2" charset="0"/>
            </a:endParaRPr>
          </a:p>
          <a:p>
            <a:pPr marL="5143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Secure storage of user data and payment information.</a:t>
            </a:r>
          </a:p>
          <a:p>
            <a:pPr marL="5143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Protection against common web security threats.</a:t>
            </a:r>
          </a:p>
          <a:p>
            <a:pPr marL="514350" indent="-285750" rtl="0" fontAlgn="base">
              <a:spcBef>
                <a:spcPts val="0"/>
              </a:spcBef>
              <a:spcAft>
                <a:spcPts val="120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Instant booking confirmations and reservation details.</a:t>
            </a:r>
          </a:p>
          <a:p>
            <a:pPr marL="0" lvl="0" indent="0" rtl="0">
              <a:lnSpc>
                <a:spcPct val="90000"/>
              </a:lnSpc>
              <a:spcBef>
                <a:spcPts val="0"/>
              </a:spcBef>
              <a:spcAft>
                <a:spcPts val="0"/>
              </a:spcAft>
              <a:buClr>
                <a:schemeClr val="dk1"/>
              </a:buClr>
              <a:buSzPts val="1600"/>
            </a:pPr>
            <a:r>
              <a:rPr lang="en-US" dirty="0"/>
              <a:t> </a:t>
            </a:r>
            <a:endParaRPr dirty="0"/>
          </a:p>
        </p:txBody>
      </p:sp>
      <p:sp>
        <p:nvSpPr>
          <p:cNvPr id="230" name="Google Shape;230;p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3</a:t>
            </a:fld>
            <a:endParaRPr/>
          </a:p>
        </p:txBody>
      </p:sp>
      <p:sp>
        <p:nvSpPr>
          <p:cNvPr id="231" name="Google Shape;231;p3"/>
          <p:cNvSpPr txBox="1"/>
          <p:nvPr/>
        </p:nvSpPr>
        <p:spPr>
          <a:xfrm>
            <a:off x="6096000" y="2243142"/>
            <a:ext cx="5143500" cy="458790"/>
          </a:xfrm>
          <a:prstGeom prst="rect">
            <a:avLst/>
          </a:prstGeom>
          <a:noFill/>
          <a:ln>
            <a:noFill/>
          </a:ln>
        </p:spPr>
        <p:txBody>
          <a:bodyPr spcFirstLastPara="1" wrap="square" lIns="91425" tIns="45700" rIns="91425" bIns="45700" anchor="t" anchorCtr="0">
            <a:noAutofit/>
          </a:bodyPr>
          <a:lstStyle/>
          <a:p>
            <a:pPr marL="228600" indent="-228600">
              <a:lnSpc>
                <a:spcPct val="90000"/>
              </a:lnSpc>
              <a:buClr>
                <a:schemeClr val="lt2"/>
              </a:buClr>
              <a:buSzPts val="1800"/>
            </a:pPr>
            <a:r>
              <a:rPr lang="en-US" sz="2000">
                <a:solidFill>
                  <a:schemeClr val="lt2"/>
                </a:solidFill>
                <a:latin typeface="Franklin Gothic"/>
                <a:ea typeface="Franklin Gothic"/>
                <a:cs typeface="Franklin Gothic"/>
                <a:sym typeface="Franklin Gothic"/>
              </a:rPr>
              <a:t>Non Functional Requirements</a:t>
            </a:r>
            <a:endParaRPr sz="1600"/>
          </a:p>
        </p:txBody>
      </p:sp>
      <p:sp>
        <p:nvSpPr>
          <p:cNvPr id="232" name="Google Shape;232;p3"/>
          <p:cNvSpPr txBox="1"/>
          <p:nvPr/>
        </p:nvSpPr>
        <p:spPr>
          <a:xfrm>
            <a:off x="6096000" y="2659067"/>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rtl="0" fontAlgn="base">
              <a:spcBef>
                <a:spcPts val="0"/>
              </a:spcBef>
              <a:spcAft>
                <a:spcPts val="0"/>
              </a:spcAft>
            </a:pPr>
            <a:r>
              <a:rPr lang="en-US" sz="1600" b="0" i="0" dirty="0">
                <a:solidFill>
                  <a:schemeClr val="tx1"/>
                </a:solidFill>
                <a:latin typeface="Libre Franklin"/>
                <a:ea typeface="Libre Franklin"/>
                <a:cs typeface="Libre Franklin"/>
                <a:sym typeface="Libre Franklin"/>
              </a:rPr>
              <a:t>  </a:t>
            </a:r>
          </a:p>
          <a:p>
            <a:pPr marL="285750" indent="-285750" rtl="0" fontAlgn="base">
              <a:spcBef>
                <a:spcPts val="0"/>
              </a:spcBef>
              <a:spcAft>
                <a:spcPts val="0"/>
              </a:spcAft>
              <a:buFont typeface="Wingdings" panose="05000000000000000000" pitchFamily="2" charset="2"/>
              <a:buChar char="Ø"/>
            </a:pPr>
            <a:endParaRPr lang="en-US" sz="1600" u="none" strike="noStrike" dirty="0">
              <a:solidFill>
                <a:schemeClr val="tx1"/>
              </a:solidFill>
              <a:effectLst/>
              <a:latin typeface="Libre Franklin"/>
              <a:sym typeface="Libre Franklin"/>
            </a:endParaRPr>
          </a:p>
          <a:p>
            <a:pPr marL="2857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Performance</a:t>
            </a:r>
            <a:endParaRPr lang="en-US" sz="1800" b="0" i="0" u="none" strike="noStrike" dirty="0">
              <a:solidFill>
                <a:schemeClr val="tx1"/>
              </a:solidFill>
              <a:effectLst/>
              <a:latin typeface="Arial" panose="020B0604020202020204" pitchFamily="34" charset="0"/>
            </a:endParaRPr>
          </a:p>
          <a:p>
            <a:pPr marL="2857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Availability and Reliability</a:t>
            </a:r>
          </a:p>
          <a:p>
            <a:pPr marL="2857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Usability and Accessibility</a:t>
            </a:r>
          </a:p>
          <a:p>
            <a:pPr marL="285750" indent="-285750" rtl="0" fontAlgn="base">
              <a:spcBef>
                <a:spcPts val="0"/>
              </a:spcBef>
              <a:spcAft>
                <a:spcPts val="0"/>
              </a:spcAft>
              <a:buFont typeface="Wingdings" panose="05000000000000000000" pitchFamily="2" charset="2"/>
              <a:buChar char="Ø"/>
            </a:pPr>
            <a:r>
              <a:rPr lang="en-US" sz="1800" b="0" i="0" u="none" strike="noStrike">
                <a:solidFill>
                  <a:schemeClr val="tx1"/>
                </a:solidFill>
                <a:effectLst/>
                <a:latin typeface="Roboto"/>
              </a:rPr>
              <a:t>Maintainability</a:t>
            </a:r>
          </a:p>
          <a:p>
            <a:pPr marL="2857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Monitoring and Logging</a:t>
            </a:r>
          </a:p>
          <a:p>
            <a:pPr marL="285750" indent="-285750" rtl="0" fontAlgn="base">
              <a:spcBef>
                <a:spcPts val="0"/>
              </a:spcBef>
              <a:spcAft>
                <a:spcPts val="0"/>
              </a:spcAft>
              <a:buFont typeface="Wingdings" panose="05000000000000000000" pitchFamily="2" charset="2"/>
              <a:buChar char="Ø"/>
            </a:pPr>
            <a:r>
              <a:rPr lang="en-US" sz="1800" b="0" i="0" u="none" strike="noStrike" dirty="0">
                <a:solidFill>
                  <a:schemeClr val="tx1"/>
                </a:solidFill>
                <a:effectLst/>
                <a:latin typeface="Roboto" panose="02000000000000000000" pitchFamily="2" charset="0"/>
              </a:rPr>
              <a:t>Response Time</a:t>
            </a:r>
          </a:p>
          <a:p>
            <a:pPr rtl="0" fontAlgn="base">
              <a:spcBef>
                <a:spcPts val="0"/>
              </a:spcBef>
              <a:spcAft>
                <a:spcPts val="0"/>
              </a:spcAft>
            </a:pPr>
            <a:endParaRPr lang="en-US" sz="1800" b="0" i="0" u="none" strike="noStrike" dirty="0">
              <a:solidFill>
                <a:schemeClr val="tx1"/>
              </a:solidFill>
              <a:effectLst/>
              <a:latin typeface="Roboto" panose="02000000000000000000" pitchFamily="2" charset="0"/>
            </a:endParaRPr>
          </a:p>
          <a:p>
            <a:pPr marL="285750" marR="0" lvl="0" indent="-285750" algn="l" rtl="0">
              <a:lnSpc>
                <a:spcPct val="90000"/>
              </a:lnSpc>
              <a:spcBef>
                <a:spcPts val="0"/>
              </a:spcBef>
              <a:spcAft>
                <a:spcPts val="0"/>
              </a:spcAft>
              <a:buClr>
                <a:schemeClr val="dk1"/>
              </a:buClr>
              <a:buSzPts val="1600"/>
              <a:buFont typeface="Noto Sans Symbols"/>
              <a:buChar char="⮚"/>
            </a:pPr>
            <a:endParaRPr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196362"/>
            <a:ext cx="5780809" cy="432203"/>
          </a:xfrm>
          <a:prstGeom prst="rect">
            <a:avLst/>
          </a:prstGeom>
          <a:noFill/>
          <a:ln>
            <a:noFill/>
          </a:ln>
        </p:spPr>
        <p:txBody>
          <a:bodyPr spcFirstLastPara="1" wrap="square" lIns="0" tIns="0" rIns="0" bIns="0" anchor="b" anchorCtr="0">
            <a:normAutofit fontScale="90000"/>
          </a:bodyPr>
          <a:lstStyle/>
          <a:p>
            <a:pPr lvl="0">
              <a:buSzPct val="100000"/>
            </a:pPr>
            <a:r>
              <a:rPr lang="en-US"/>
              <a:t>Project Requirements </a:t>
            </a:r>
            <a:endParaRPr/>
          </a:p>
        </p:txBody>
      </p:sp>
      <p:sp>
        <p:nvSpPr>
          <p:cNvPr id="228" name="Google Shape;228;p3"/>
          <p:cNvSpPr txBox="1">
            <a:spLocks noGrp="1"/>
          </p:cNvSpPr>
          <p:nvPr>
            <p:ph type="body" idx="2"/>
          </p:nvPr>
        </p:nvSpPr>
        <p:spPr>
          <a:xfrm>
            <a:off x="728664" y="2271718"/>
            <a:ext cx="5472113" cy="385185"/>
          </a:xfrm>
          <a:prstGeom prst="rect">
            <a:avLst/>
          </a:prstGeom>
          <a:noFill/>
          <a:ln>
            <a:noFill/>
          </a:ln>
        </p:spPr>
        <p:txBody>
          <a:bodyPr spcFirstLastPara="1" wrap="square" lIns="91425" tIns="45700" rIns="91425" bIns="45700" anchor="t" anchorCtr="0">
            <a:noAutofit/>
          </a:bodyPr>
          <a:lstStyle/>
          <a:p>
            <a:pPr marL="228600" lvl="0">
              <a:spcBef>
                <a:spcPts val="0"/>
              </a:spcBef>
            </a:pPr>
            <a:r>
              <a:rPr lang="en-US"/>
              <a:t>Hardware and Software requirements (Developer)	</a:t>
            </a:r>
            <a:endParaRPr/>
          </a:p>
        </p:txBody>
      </p:sp>
      <p:sp>
        <p:nvSpPr>
          <p:cNvPr id="229" name="Google Shape;229;p3"/>
          <p:cNvSpPr txBox="1">
            <a:spLocks noGrp="1"/>
          </p:cNvSpPr>
          <p:nvPr>
            <p:ph type="body" idx="1"/>
          </p:nvPr>
        </p:nvSpPr>
        <p:spPr>
          <a:xfrm>
            <a:off x="828675" y="2656903"/>
            <a:ext cx="4962525"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dk1"/>
              </a:buClr>
              <a:buSzPts val="1600"/>
              <a:buFont typeface="Noto Sans Symbols"/>
              <a:buChar char="⮚"/>
            </a:pPr>
            <a:r>
              <a:rPr lang="en-IN" sz="2000" b="1" u="sng" dirty="0">
                <a:solidFill>
                  <a:schemeClr val="tx1"/>
                </a:solidFill>
              </a:rPr>
              <a:t>Hardware Requirements:</a:t>
            </a:r>
          </a:p>
          <a:p>
            <a:pPr marL="285750" lvl="0" indent="-285750" algn="l" rtl="0">
              <a:lnSpc>
                <a:spcPct val="90000"/>
              </a:lnSpc>
              <a:spcBef>
                <a:spcPts val="0"/>
              </a:spcBef>
              <a:spcAft>
                <a:spcPts val="0"/>
              </a:spcAft>
              <a:buClr>
                <a:schemeClr val="dk1"/>
              </a:buClr>
              <a:buSzPts val="1600"/>
              <a:buFont typeface="Noto Sans Symbols"/>
              <a:buChar char="⮚"/>
            </a:pPr>
            <a:endParaRPr lang="en-IN" sz="2000" b="1" u="sng" dirty="0">
              <a:solidFill>
                <a:schemeClr val="tx1"/>
              </a:solidFill>
            </a:endParaRPr>
          </a:p>
          <a:p>
            <a:pPr marL="285750" lvl="0" indent="-285750"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Intel core i5 Processor</a:t>
            </a:r>
          </a:p>
          <a:p>
            <a:pPr marL="285750" lvl="0" indent="-285750"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At least 4GB RAM</a:t>
            </a:r>
          </a:p>
          <a:p>
            <a:pPr marL="285750" lvl="0" indent="-285750"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Storage:</a:t>
            </a:r>
          </a:p>
          <a:p>
            <a:pPr marL="285750" lvl="0" indent="-285750" algn="l" rtl="0">
              <a:lnSpc>
                <a:spcPct val="90000"/>
              </a:lnSpc>
              <a:spcBef>
                <a:spcPts val="0"/>
              </a:spcBef>
              <a:spcAft>
                <a:spcPts val="0"/>
              </a:spcAft>
              <a:buClr>
                <a:schemeClr val="dk1"/>
              </a:buClr>
              <a:buSzPts val="1600"/>
              <a:buFont typeface="Arial" panose="020B0604020202020204" pitchFamily="34" charset="0"/>
              <a:buChar char="•"/>
            </a:pPr>
            <a:endParaRPr lang="en-IN" sz="1800" dirty="0">
              <a:solidFill>
                <a:schemeClr val="tx1"/>
              </a:solidFill>
            </a:endParaRPr>
          </a:p>
          <a:p>
            <a:pPr marL="342900" lvl="0" indent="-342900" algn="l" rtl="0">
              <a:lnSpc>
                <a:spcPct val="90000"/>
              </a:lnSpc>
              <a:spcBef>
                <a:spcPts val="0"/>
              </a:spcBef>
              <a:spcAft>
                <a:spcPts val="0"/>
              </a:spcAft>
              <a:buClr>
                <a:schemeClr val="dk1"/>
              </a:buClr>
              <a:buSzPts val="1600"/>
              <a:buFont typeface="Wingdings" panose="05000000000000000000" pitchFamily="2" charset="2"/>
              <a:buChar char="Ø"/>
            </a:pPr>
            <a:r>
              <a:rPr lang="en-IN" sz="2000" b="1" u="sng" dirty="0">
                <a:solidFill>
                  <a:schemeClr val="tx1"/>
                </a:solidFill>
              </a:rPr>
              <a:t>Software Requirements:</a:t>
            </a:r>
          </a:p>
          <a:p>
            <a:pPr marL="342900" lvl="0" indent="-342900" algn="l" rtl="0">
              <a:lnSpc>
                <a:spcPct val="90000"/>
              </a:lnSpc>
              <a:spcBef>
                <a:spcPts val="0"/>
              </a:spcBef>
              <a:spcAft>
                <a:spcPts val="0"/>
              </a:spcAft>
              <a:buClr>
                <a:schemeClr val="dk1"/>
              </a:buClr>
              <a:buSzPts val="1600"/>
              <a:buFont typeface="Wingdings" panose="05000000000000000000" pitchFamily="2" charset="2"/>
              <a:buChar char="Ø"/>
            </a:pPr>
            <a:endParaRPr lang="en-IN" sz="2000" b="1" u="sng" dirty="0">
              <a:solidFill>
                <a:schemeClr val="tx1"/>
              </a:solidFill>
            </a:endParaRP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Visual Studio Code</a:t>
            </a: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Java Development Kit</a:t>
            </a: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Java Servlet Container</a:t>
            </a: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Web Browsers(Google Chrome, Firefox)</a:t>
            </a: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Operating System(Windows)</a:t>
            </a: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1800" i="0" dirty="0">
                <a:effectLst/>
                <a:latin typeface="Söhne"/>
              </a:rPr>
              <a:t>Database Software(MySQL-10.4.2)</a:t>
            </a:r>
          </a:p>
          <a:p>
            <a:pPr marL="0" lvl="0" indent="0" algn="l" rtl="0">
              <a:lnSpc>
                <a:spcPct val="90000"/>
              </a:lnSpc>
              <a:spcBef>
                <a:spcPts val="0"/>
              </a:spcBef>
              <a:spcAft>
                <a:spcPts val="0"/>
              </a:spcAft>
              <a:buClr>
                <a:schemeClr val="dk1"/>
              </a:buClr>
              <a:buSzPts val="1600"/>
            </a:pPr>
            <a:endParaRPr lang="en-IN" sz="1800" dirty="0">
              <a:solidFill>
                <a:schemeClr val="tx1"/>
              </a:solidFill>
            </a:endParaRP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endParaRPr lang="en-IN" sz="1800" dirty="0">
              <a:solidFill>
                <a:schemeClr val="tx1"/>
              </a:solidFill>
            </a:endParaRPr>
          </a:p>
          <a:p>
            <a:pPr marL="285750" lvl="0" indent="-285750" algn="l" rtl="0">
              <a:lnSpc>
                <a:spcPct val="90000"/>
              </a:lnSpc>
              <a:spcBef>
                <a:spcPts val="0"/>
              </a:spcBef>
              <a:spcAft>
                <a:spcPts val="0"/>
              </a:spcAft>
              <a:buClr>
                <a:schemeClr val="dk1"/>
              </a:buClr>
              <a:buSzPts val="1600"/>
              <a:buFont typeface="Noto Sans Symbols"/>
              <a:buChar char="⮚"/>
            </a:pPr>
            <a:endParaRPr lang="en-IN" sz="1800" dirty="0">
              <a:solidFill>
                <a:schemeClr val="tx1"/>
              </a:solidFill>
            </a:endParaRPr>
          </a:p>
          <a:p>
            <a:pPr marL="285750" lvl="0" indent="-285750" algn="l" rtl="0">
              <a:lnSpc>
                <a:spcPct val="90000"/>
              </a:lnSpc>
              <a:spcBef>
                <a:spcPts val="0"/>
              </a:spcBef>
              <a:spcAft>
                <a:spcPts val="0"/>
              </a:spcAft>
              <a:buClr>
                <a:schemeClr val="dk1"/>
              </a:buClr>
              <a:buSzPts val="1600"/>
              <a:buFont typeface="Noto Sans Symbols"/>
              <a:buChar char="⮚"/>
            </a:pPr>
            <a:endParaRPr lang="en-IN" sz="2000" dirty="0">
              <a:solidFill>
                <a:schemeClr val="tx1"/>
              </a:solidFill>
            </a:endParaRPr>
          </a:p>
          <a:p>
            <a:pPr marL="285750" lvl="0" indent="-285750" algn="l" rtl="0">
              <a:lnSpc>
                <a:spcPct val="90000"/>
              </a:lnSpc>
              <a:spcBef>
                <a:spcPts val="0"/>
              </a:spcBef>
              <a:spcAft>
                <a:spcPts val="0"/>
              </a:spcAft>
              <a:buClr>
                <a:schemeClr val="dk1"/>
              </a:buClr>
              <a:buSzPts val="1600"/>
              <a:buFont typeface="Noto Sans Symbols"/>
              <a:buChar char="⮚"/>
            </a:pPr>
            <a:endParaRPr sz="2000" dirty="0">
              <a:solidFill>
                <a:schemeClr val="tx1"/>
              </a:solidFill>
            </a:endParaRPr>
          </a:p>
        </p:txBody>
      </p:sp>
      <p:sp>
        <p:nvSpPr>
          <p:cNvPr id="230" name="Google Shape;230;p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4</a:t>
            </a:fld>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
        <p:nvSpPr>
          <p:cNvPr id="7" name="Google Shape;228;p3"/>
          <p:cNvSpPr txBox="1">
            <a:spLocks noGrp="1"/>
          </p:cNvSpPr>
          <p:nvPr>
            <p:ph type="body" idx="2"/>
          </p:nvPr>
        </p:nvSpPr>
        <p:spPr>
          <a:xfrm>
            <a:off x="6234127" y="2295520"/>
            <a:ext cx="4838700" cy="399479"/>
          </a:xfrm>
          <a:prstGeom prst="rect">
            <a:avLst/>
          </a:prstGeom>
          <a:noFill/>
          <a:ln>
            <a:noFill/>
          </a:ln>
        </p:spPr>
        <p:txBody>
          <a:bodyPr spcFirstLastPara="1" wrap="square" lIns="91425" tIns="45700" rIns="91425" bIns="45700" anchor="t" anchorCtr="0">
            <a:noAutofit/>
          </a:bodyPr>
          <a:lstStyle/>
          <a:p>
            <a:pPr marL="228600" lvl="0">
              <a:spcBef>
                <a:spcPts val="0"/>
              </a:spcBef>
            </a:pPr>
            <a:r>
              <a:rPr lang="en-US"/>
              <a:t>Hardware and Software requirements (Client)</a:t>
            </a:r>
            <a:endParaRPr/>
          </a:p>
        </p:txBody>
      </p:sp>
      <p:sp>
        <p:nvSpPr>
          <p:cNvPr id="8" name="Google Shape;229;p3"/>
          <p:cNvSpPr txBox="1">
            <a:spLocks noGrp="1"/>
          </p:cNvSpPr>
          <p:nvPr>
            <p:ph type="body" idx="1"/>
          </p:nvPr>
        </p:nvSpPr>
        <p:spPr>
          <a:xfrm>
            <a:off x="6234126" y="2694999"/>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dk1"/>
              </a:buClr>
              <a:buSzPts val="1600"/>
              <a:buFont typeface="Noto Sans Symbols"/>
              <a:buChar char="⮚"/>
            </a:pPr>
            <a:r>
              <a:rPr lang="en-US" sz="2000" dirty="0"/>
              <a:t>  </a:t>
            </a:r>
            <a:r>
              <a:rPr lang="en-IN" sz="2000" b="1" u="sng" dirty="0">
                <a:solidFill>
                  <a:schemeClr val="tx1"/>
                </a:solidFill>
              </a:rPr>
              <a:t>Hardware Requirements:</a:t>
            </a:r>
          </a:p>
          <a:p>
            <a:pPr marL="285750" lvl="0" indent="-285750" algn="l" rtl="0">
              <a:lnSpc>
                <a:spcPct val="90000"/>
              </a:lnSpc>
              <a:spcBef>
                <a:spcPts val="0"/>
              </a:spcBef>
              <a:spcAft>
                <a:spcPts val="0"/>
              </a:spcAft>
              <a:buClr>
                <a:schemeClr val="dk1"/>
              </a:buClr>
              <a:buSzPts val="1600"/>
              <a:buFont typeface="Noto Sans Symbols"/>
              <a:buChar char="⮚"/>
            </a:pPr>
            <a:endParaRPr lang="en-IN" sz="1800" b="1" u="sng" dirty="0">
              <a:solidFill>
                <a:schemeClr val="tx1"/>
              </a:solidFill>
            </a:endParaRPr>
          </a:p>
          <a:p>
            <a:pPr marL="285750" lvl="0" indent="-285750"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Intel core i3 Processor</a:t>
            </a:r>
          </a:p>
          <a:p>
            <a:pPr marL="285750" lvl="0" indent="-285750"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At least 4GB RAM</a:t>
            </a:r>
          </a:p>
          <a:p>
            <a:pPr marL="285750" lvl="0" indent="-285750" rtl="0">
              <a:lnSpc>
                <a:spcPct val="90000"/>
              </a:lnSpc>
              <a:spcBef>
                <a:spcPts val="0"/>
              </a:spcBef>
              <a:spcAft>
                <a:spcPts val="0"/>
              </a:spcAft>
              <a:buClr>
                <a:schemeClr val="dk1"/>
              </a:buClr>
              <a:buSzPts val="1600"/>
              <a:buFont typeface="Arial" panose="020B0604020202020204" pitchFamily="34" charset="0"/>
              <a:buChar char="•"/>
            </a:pPr>
            <a:r>
              <a:rPr lang="en-IN" sz="1800" dirty="0">
                <a:solidFill>
                  <a:schemeClr val="tx1"/>
                </a:solidFill>
              </a:rPr>
              <a:t>System Storage:  256GB HDD, 256GB SSD</a:t>
            </a: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endParaRPr lang="en-IN" sz="1600" dirty="0">
              <a:solidFill>
                <a:schemeClr val="tx1"/>
              </a:solidFill>
            </a:endParaRPr>
          </a:p>
          <a:p>
            <a:pPr marL="342900" lvl="0" indent="-342900" algn="l" rtl="0">
              <a:lnSpc>
                <a:spcPct val="90000"/>
              </a:lnSpc>
              <a:spcBef>
                <a:spcPts val="0"/>
              </a:spcBef>
              <a:spcAft>
                <a:spcPts val="0"/>
              </a:spcAft>
              <a:buClr>
                <a:schemeClr val="dk1"/>
              </a:buClr>
              <a:buSzPts val="1600"/>
              <a:buFont typeface="Wingdings" panose="05000000000000000000" pitchFamily="2" charset="2"/>
              <a:buChar char="Ø"/>
            </a:pPr>
            <a:r>
              <a:rPr lang="en-IN" sz="2000" b="1" u="sng" dirty="0">
                <a:solidFill>
                  <a:schemeClr val="tx1"/>
                </a:solidFill>
              </a:rPr>
              <a:t>Software Requirements:</a:t>
            </a:r>
          </a:p>
          <a:p>
            <a:pPr marL="342900" lvl="0" indent="-342900" algn="l" rtl="0">
              <a:lnSpc>
                <a:spcPct val="90000"/>
              </a:lnSpc>
              <a:spcBef>
                <a:spcPts val="0"/>
              </a:spcBef>
              <a:spcAft>
                <a:spcPts val="0"/>
              </a:spcAft>
              <a:buClr>
                <a:schemeClr val="dk1"/>
              </a:buClr>
              <a:buSzPts val="1600"/>
              <a:buFont typeface="Wingdings" panose="05000000000000000000" pitchFamily="2" charset="2"/>
              <a:buChar char="Ø"/>
            </a:pPr>
            <a:endParaRPr lang="en-IN" sz="2000" b="1" u="sng" dirty="0">
              <a:solidFill>
                <a:schemeClr val="tx1"/>
              </a:solidFill>
            </a:endParaRP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2000" i="0" dirty="0">
                <a:effectLst/>
                <a:latin typeface="Söhne"/>
              </a:rPr>
              <a:t>Internet Security</a:t>
            </a:r>
            <a:endParaRPr lang="en-IN" sz="2000" i="0" dirty="0">
              <a:solidFill>
                <a:srgbClr val="D1D5DB"/>
              </a:solidFill>
              <a:effectLst/>
              <a:latin typeface="Söhne"/>
            </a:endParaRPr>
          </a:p>
          <a:p>
            <a:pPr marL="342900" lvl="0" indent="-342900" algn="l" rtl="0">
              <a:lnSpc>
                <a:spcPct val="90000"/>
              </a:lnSpc>
              <a:spcBef>
                <a:spcPts val="0"/>
              </a:spcBef>
              <a:spcAft>
                <a:spcPts val="0"/>
              </a:spcAft>
              <a:buClr>
                <a:schemeClr val="dk1"/>
              </a:buClr>
              <a:buSzPts val="1600"/>
              <a:buFont typeface="Arial" panose="020B0604020202020204" pitchFamily="34" charset="0"/>
              <a:buChar char="•"/>
            </a:pPr>
            <a:r>
              <a:rPr lang="en-IN" sz="2000" dirty="0">
                <a:solidFill>
                  <a:schemeClr val="tx1"/>
                </a:solidFill>
              </a:rPr>
              <a:t>Web Browsers</a:t>
            </a:r>
          </a:p>
          <a:p>
            <a:pPr marL="0" lvl="0" indent="0" algn="l" rtl="0">
              <a:lnSpc>
                <a:spcPct val="90000"/>
              </a:lnSpc>
              <a:spcBef>
                <a:spcPts val="0"/>
              </a:spcBef>
              <a:spcAft>
                <a:spcPts val="0"/>
              </a:spcAft>
              <a:buClr>
                <a:schemeClr val="dk1"/>
              </a:buClr>
              <a:buSzPts val="1600"/>
            </a:pPr>
            <a:endParaRPr dirty="0"/>
          </a:p>
        </p:txBody>
      </p:sp>
    </p:spTree>
    <p:extLst>
      <p:ext uri="{BB962C8B-B14F-4D97-AF65-F5344CB8AC3E}">
        <p14:creationId xmlns:p14="http://schemas.microsoft.com/office/powerpoint/2010/main" val="1155483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38851" y="1040475"/>
            <a:ext cx="5780809" cy="610863"/>
          </a:xfrm>
          <a:prstGeom prst="rect">
            <a:avLst/>
          </a:prstGeom>
          <a:noFill/>
          <a:ln>
            <a:noFill/>
          </a:ln>
        </p:spPr>
        <p:txBody>
          <a:bodyPr spcFirstLastPara="1" wrap="square" lIns="0" tIns="0" rIns="0" bIns="0" anchor="b" anchorCtr="0">
            <a:normAutofit/>
          </a:bodyPr>
          <a:lstStyle/>
          <a:p>
            <a:pPr lvl="0">
              <a:buSzPct val="100000"/>
            </a:pPr>
            <a:r>
              <a:rPr lang="en-US" sz="4000" dirty="0"/>
              <a:t>Design </a:t>
            </a:r>
            <a:endParaRPr dirty="0"/>
          </a:p>
        </p:txBody>
      </p:sp>
      <p:sp>
        <p:nvSpPr>
          <p:cNvPr id="228" name="Google Shape;228;p3"/>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lt2"/>
              </a:buClr>
              <a:buSzPts val="1800"/>
              <a:buNone/>
            </a:pPr>
            <a:r>
              <a:rPr lang="en-US" sz="1800"/>
              <a:t>Describe your Use Cases here</a:t>
            </a:r>
            <a:endParaRPr/>
          </a:p>
        </p:txBody>
      </p:sp>
      <p:sp>
        <p:nvSpPr>
          <p:cNvPr id="229" name="Google Shape;229;p3"/>
          <p:cNvSpPr txBox="1">
            <a:spLocks noGrp="1"/>
          </p:cNvSpPr>
          <p:nvPr>
            <p:ph type="body" idx="1"/>
          </p:nvPr>
        </p:nvSpPr>
        <p:spPr>
          <a:xfrm>
            <a:off x="952499" y="2656903"/>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dk1"/>
              </a:buClr>
              <a:buSzPts val="1600"/>
              <a:buFont typeface="Noto Sans Symbols"/>
              <a:buChar char="⮚"/>
            </a:pPr>
            <a:r>
              <a:rPr lang="en-US" dirty="0"/>
              <a:t>  </a:t>
            </a:r>
            <a:endParaRPr dirty="0"/>
          </a:p>
        </p:txBody>
      </p:sp>
      <p:sp>
        <p:nvSpPr>
          <p:cNvPr id="231" name="Google Shape;231;p3"/>
          <p:cNvSpPr txBox="1"/>
          <p:nvPr/>
        </p:nvSpPr>
        <p:spPr>
          <a:xfrm>
            <a:off x="6096000" y="2286000"/>
            <a:ext cx="5143500" cy="315915"/>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lt2"/>
              </a:buClr>
              <a:buSzPts val="1800"/>
              <a:buFont typeface="Arial"/>
              <a:buNone/>
            </a:pPr>
            <a:r>
              <a:rPr lang="en-US" sz="1800" b="0" i="0">
                <a:solidFill>
                  <a:schemeClr val="lt2"/>
                </a:solidFill>
                <a:latin typeface="Franklin Gothic"/>
                <a:ea typeface="Franklin Gothic"/>
                <a:cs typeface="Franklin Gothic"/>
                <a:sym typeface="Franklin Gothic"/>
              </a:rPr>
              <a:t>Describe your Dependencies / Show stopper here</a:t>
            </a:r>
            <a:endParaRPr/>
          </a:p>
        </p:txBody>
      </p:sp>
      <p:sp>
        <p:nvSpPr>
          <p:cNvPr id="232" name="Google Shape;232;p3"/>
          <p:cNvSpPr txBox="1"/>
          <p:nvPr/>
        </p:nvSpPr>
        <p:spPr>
          <a:xfrm>
            <a:off x="6248399" y="2656903"/>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R="0" lvl="0" algn="ctr" rtl="0">
              <a:lnSpc>
                <a:spcPct val="90000"/>
              </a:lnSpc>
              <a:spcBef>
                <a:spcPts val="0"/>
              </a:spcBef>
              <a:spcAft>
                <a:spcPts val="0"/>
              </a:spcAft>
              <a:buClr>
                <a:schemeClr val="dk1"/>
              </a:buClr>
              <a:buSzPts val="1600"/>
            </a:pPr>
            <a:r>
              <a:rPr lang="en-US" sz="1600" b="1" i="0" u="sng" dirty="0">
                <a:solidFill>
                  <a:schemeClr val="dk1"/>
                </a:solidFill>
                <a:latin typeface="Libre Franklin"/>
                <a:ea typeface="Libre Franklin"/>
                <a:cs typeface="Libre Franklin"/>
                <a:sym typeface="Libre Franklin"/>
              </a:rPr>
              <a:t>  </a:t>
            </a:r>
            <a:r>
              <a:rPr lang="en-US" sz="2000" b="1" i="0" u="sng" dirty="0">
                <a:solidFill>
                  <a:schemeClr val="dk1"/>
                </a:solidFill>
                <a:latin typeface="Libre Franklin"/>
                <a:ea typeface="Libre Franklin"/>
                <a:cs typeface="Libre Franklin"/>
                <a:sym typeface="Libre Franklin"/>
              </a:rPr>
              <a:t>Dependencies</a:t>
            </a:r>
          </a:p>
          <a:p>
            <a:pPr marR="0" lvl="0" algn="ctr" rtl="0">
              <a:lnSpc>
                <a:spcPct val="90000"/>
              </a:lnSpc>
              <a:spcBef>
                <a:spcPts val="0"/>
              </a:spcBef>
              <a:spcAft>
                <a:spcPts val="0"/>
              </a:spcAft>
              <a:buClr>
                <a:schemeClr val="dk1"/>
              </a:buClr>
              <a:buSzPts val="1600"/>
            </a:pPr>
            <a:endParaRPr lang="en-US" sz="2000" b="0" i="0" dirty="0">
              <a:solidFill>
                <a:schemeClr val="dk1"/>
              </a:solidFill>
              <a:latin typeface="Libre Franklin"/>
              <a:ea typeface="Libre Franklin"/>
              <a:cs typeface="Libre Franklin"/>
              <a:sym typeface="Libre Franklin"/>
            </a:endParaRPr>
          </a:p>
          <a:p>
            <a:pPr marL="285750" marR="0" lvl="0" indent="-285750" algn="l" rtl="0">
              <a:lnSpc>
                <a:spcPct val="90000"/>
              </a:lnSpc>
              <a:spcBef>
                <a:spcPts val="0"/>
              </a:spcBef>
              <a:spcAft>
                <a:spcPts val="0"/>
              </a:spcAft>
              <a:buClr>
                <a:schemeClr val="dk1"/>
              </a:buClr>
              <a:buSzPts val="1600"/>
              <a:buFont typeface="Noto Sans Symbols"/>
              <a:buChar char="⮚"/>
            </a:pPr>
            <a:r>
              <a:rPr lang="en-US" sz="2000" b="1" i="0" u="sng" dirty="0">
                <a:solidFill>
                  <a:schemeClr val="dk1"/>
                </a:solidFill>
                <a:latin typeface="Libre Franklin"/>
                <a:ea typeface="Libre Franklin"/>
                <a:cs typeface="Libre Franklin"/>
                <a:sym typeface="Libre Franklin"/>
              </a:rPr>
              <a:t>Web Development Tools: </a:t>
            </a:r>
            <a:r>
              <a:rPr lang="en-US" sz="2000" b="0" i="0" dirty="0">
                <a:solidFill>
                  <a:schemeClr val="dk1"/>
                </a:solidFill>
                <a:latin typeface="Libre Franklin"/>
                <a:ea typeface="Libre Franklin"/>
                <a:cs typeface="Libre Franklin"/>
                <a:sym typeface="Libre Franklin"/>
              </a:rPr>
              <a:t>Essential for creating the user interface and functionality.</a:t>
            </a:r>
          </a:p>
          <a:p>
            <a:pPr marL="285750" marR="0" lvl="0" indent="-285750" algn="l" rtl="0">
              <a:lnSpc>
                <a:spcPct val="90000"/>
              </a:lnSpc>
              <a:spcBef>
                <a:spcPts val="0"/>
              </a:spcBef>
              <a:spcAft>
                <a:spcPts val="0"/>
              </a:spcAft>
              <a:buClr>
                <a:schemeClr val="dk1"/>
              </a:buClr>
              <a:buSzPts val="1600"/>
              <a:buFont typeface="Noto Sans Symbols"/>
              <a:buChar char="⮚"/>
            </a:pPr>
            <a:r>
              <a:rPr lang="en-US" sz="2000" b="1" i="0" u="sng" dirty="0">
                <a:solidFill>
                  <a:schemeClr val="dk1"/>
                </a:solidFill>
                <a:latin typeface="Libre Franklin"/>
                <a:ea typeface="Libre Franklin"/>
                <a:cs typeface="Libre Franklin"/>
                <a:sym typeface="Libre Franklin"/>
              </a:rPr>
              <a:t>Data Base System: </a:t>
            </a:r>
            <a:r>
              <a:rPr lang="en-US" sz="2000" b="0" i="0" dirty="0">
                <a:solidFill>
                  <a:schemeClr val="dk1"/>
                </a:solidFill>
                <a:latin typeface="Libre Franklin"/>
                <a:ea typeface="Libre Franklin"/>
                <a:cs typeface="Libre Franklin"/>
                <a:sym typeface="Libre Franklin"/>
              </a:rPr>
              <a:t>To store and manage user data and test results.-Internet Connectivity: Essential for platform accessibility.</a:t>
            </a:r>
          </a:p>
          <a:p>
            <a:pPr marL="285750" marR="0" lvl="0" indent="-285750" algn="l" rtl="0">
              <a:lnSpc>
                <a:spcPct val="90000"/>
              </a:lnSpc>
              <a:spcBef>
                <a:spcPts val="0"/>
              </a:spcBef>
              <a:spcAft>
                <a:spcPts val="0"/>
              </a:spcAft>
              <a:buClr>
                <a:schemeClr val="dk1"/>
              </a:buClr>
              <a:buSzPts val="1600"/>
              <a:buFont typeface="Noto Sans Symbols"/>
              <a:buChar char="⮚"/>
            </a:pPr>
            <a:r>
              <a:rPr lang="en-US" sz="2000" b="1" i="0" u="sng" dirty="0">
                <a:solidFill>
                  <a:schemeClr val="dk1"/>
                </a:solidFill>
                <a:latin typeface="Libre Franklin"/>
                <a:ea typeface="Libre Franklin"/>
                <a:cs typeface="Libre Franklin"/>
                <a:sym typeface="Libre Franklin"/>
              </a:rPr>
              <a:t>Responsive Design: </a:t>
            </a:r>
            <a:r>
              <a:rPr lang="en-US" sz="2000" b="0" i="0" dirty="0">
                <a:solidFill>
                  <a:schemeClr val="dk1"/>
                </a:solidFill>
                <a:latin typeface="Libre Franklin"/>
                <a:ea typeface="Libre Franklin"/>
                <a:cs typeface="Libre Franklin"/>
                <a:sym typeface="Libre Franklin"/>
              </a:rPr>
              <a:t>Ensure the website is responsive and accessible on various devices, including smartphones, tablets, and desktops.</a:t>
            </a:r>
            <a:endParaRPr sz="20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4" name="Picture 3">
            <a:extLst>
              <a:ext uri="{FF2B5EF4-FFF2-40B4-BE49-F238E27FC236}">
                <a16:creationId xmlns:a16="http://schemas.microsoft.com/office/drawing/2014/main" id="{1A78B390-9031-BAB0-1396-A7BC83DD75BC}"/>
              </a:ext>
            </a:extLst>
          </p:cNvPr>
          <p:cNvPicPr>
            <a:picLocks noChangeAspect="1"/>
          </p:cNvPicPr>
          <p:nvPr/>
        </p:nvPicPr>
        <p:blipFill>
          <a:blip r:embed="rId4"/>
          <a:stretch>
            <a:fillRect/>
          </a:stretch>
        </p:blipFill>
        <p:spPr>
          <a:xfrm>
            <a:off x="1223852" y="2828389"/>
            <a:ext cx="4295994" cy="3579995"/>
          </a:xfrm>
          <a:prstGeom prst="rect">
            <a:avLst/>
          </a:prstGeom>
        </p:spPr>
      </p:pic>
    </p:spTree>
    <p:extLst>
      <p:ext uri="{BB962C8B-B14F-4D97-AF65-F5344CB8AC3E}">
        <p14:creationId xmlns:p14="http://schemas.microsoft.com/office/powerpoint/2010/main" val="1335764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2994B0DB-9701-EFD0-45ED-A94C2F71189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6</a:t>
            </a:fld>
            <a:endParaRPr lang="en-US">
              <a:latin typeface="Libre Franklin"/>
              <a:ea typeface="Libre Franklin"/>
              <a:cs typeface="Libre Franklin"/>
              <a:sym typeface="Libre Franklin"/>
            </a:endParaRPr>
          </a:p>
        </p:txBody>
      </p:sp>
      <p:sp>
        <p:nvSpPr>
          <p:cNvPr id="21" name="Google Shape;227;p3">
            <a:extLst>
              <a:ext uri="{FF2B5EF4-FFF2-40B4-BE49-F238E27FC236}">
                <a16:creationId xmlns:a16="http://schemas.microsoft.com/office/drawing/2014/main" id="{4927F2CE-F1A4-2F9E-5042-A04EDBB6F95B}"/>
              </a:ext>
            </a:extLst>
          </p:cNvPr>
          <p:cNvSpPr txBox="1">
            <a:spLocks noGrp="1"/>
          </p:cNvSpPr>
          <p:nvPr>
            <p:ph type="title"/>
          </p:nvPr>
        </p:nvSpPr>
        <p:spPr>
          <a:xfrm>
            <a:off x="952499" y="1253514"/>
            <a:ext cx="5780809" cy="432203"/>
          </a:xfrm>
          <a:prstGeom prst="rect">
            <a:avLst/>
          </a:prstGeom>
          <a:noFill/>
          <a:ln>
            <a:noFill/>
          </a:ln>
        </p:spPr>
        <p:txBody>
          <a:bodyPr spcFirstLastPara="1" wrap="square" lIns="0" tIns="0" rIns="0" bIns="0" anchor="b" anchorCtr="0">
            <a:normAutofit fontScale="90000"/>
          </a:bodyPr>
          <a:lstStyle/>
          <a:p>
            <a:pPr marL="0" lvl="0" indent="0" algn="l" rtl="0">
              <a:lnSpc>
                <a:spcPct val="90000"/>
              </a:lnSpc>
              <a:spcBef>
                <a:spcPts val="0"/>
              </a:spcBef>
              <a:spcAft>
                <a:spcPts val="0"/>
              </a:spcAft>
              <a:buClr>
                <a:schemeClr val="dk1"/>
              </a:buClr>
              <a:buSzPct val="100000"/>
              <a:buFont typeface="Franklin Gothic"/>
              <a:buNone/>
            </a:pPr>
            <a:r>
              <a:rPr lang="en-US"/>
              <a:t>Design </a:t>
            </a:r>
            <a:endParaRPr/>
          </a:p>
        </p:txBody>
      </p:sp>
      <p:sp>
        <p:nvSpPr>
          <p:cNvPr id="22" name="Google Shape;228;p3">
            <a:extLst>
              <a:ext uri="{FF2B5EF4-FFF2-40B4-BE49-F238E27FC236}">
                <a16:creationId xmlns:a16="http://schemas.microsoft.com/office/drawing/2014/main" id="{14A2AD6C-C0FC-6191-B305-1DDC478F4D01}"/>
              </a:ext>
            </a:extLst>
          </p:cNvPr>
          <p:cNvSpPr txBox="1">
            <a:spLocks/>
          </p:cNvSpPr>
          <p:nvPr/>
        </p:nvSpPr>
        <p:spPr>
          <a:xfrm>
            <a:off x="952500" y="2286000"/>
            <a:ext cx="4838700" cy="31591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lt2"/>
              </a:buClr>
              <a:buSzPts val="1800"/>
              <a:buFont typeface="Arial"/>
              <a:buNone/>
              <a:defRPr sz="1800" b="0" i="0" u="none" strike="noStrike" cap="none">
                <a:solidFill>
                  <a:schemeClr val="lt2"/>
                </a:solidFill>
                <a:latin typeface="Franklin Gothic"/>
                <a:ea typeface="Franklin Gothic"/>
                <a:cs typeface="Franklin Gothic"/>
                <a:sym typeface="Franklin Gothic"/>
              </a:defRPr>
            </a:lvl1pPr>
            <a:lvl2pPr marL="914400" marR="0" lvl="1" indent="-228600"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Libre Franklin"/>
                <a:ea typeface="Libre Franklin"/>
                <a:cs typeface="Libre Franklin"/>
                <a:sym typeface="Libre Franklin"/>
              </a:defRPr>
            </a:lvl2pPr>
            <a:lvl3pPr marL="1371600" marR="0" lvl="2" indent="-228600"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ibre Franklin"/>
                <a:ea typeface="Libre Franklin"/>
                <a:cs typeface="Libre Franklin"/>
                <a:sym typeface="Libre Franklin"/>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Libre Franklin"/>
                <a:ea typeface="Libre Franklin"/>
                <a:cs typeface="Libre Franklin"/>
                <a:sym typeface="Libre Franklin"/>
              </a:defRPr>
            </a:lvl4pPr>
            <a:lvl5pPr marL="2286000" marR="0" lvl="4"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Libre Franklin"/>
                <a:ea typeface="Libre Franklin"/>
                <a:cs typeface="Libre Franklin"/>
                <a:sym typeface="Libre Frankli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Libre Franklin"/>
                <a:ea typeface="Libre Franklin"/>
                <a:cs typeface="Libre Franklin"/>
                <a:sym typeface="Libre Franklin"/>
              </a:defRPr>
            </a:lvl9pPr>
          </a:lstStyle>
          <a:p>
            <a:pPr marL="228600">
              <a:spcBef>
                <a:spcPts val="0"/>
              </a:spcBef>
            </a:pPr>
            <a:r>
              <a:rPr lang="en-US"/>
              <a:t>Describe data flow diagram here(if applicable)</a:t>
            </a:r>
          </a:p>
        </p:txBody>
      </p:sp>
      <p:sp>
        <p:nvSpPr>
          <p:cNvPr id="23" name="Google Shape;229;p3">
            <a:extLst>
              <a:ext uri="{FF2B5EF4-FFF2-40B4-BE49-F238E27FC236}">
                <a16:creationId xmlns:a16="http://schemas.microsoft.com/office/drawing/2014/main" id="{07B315C5-2E36-6809-FD4C-9B9DF1A81675}"/>
              </a:ext>
            </a:extLst>
          </p:cNvPr>
          <p:cNvSpPr txBox="1">
            <a:spLocks noGrp="1"/>
          </p:cNvSpPr>
          <p:nvPr>
            <p:ph type="body" idx="1"/>
          </p:nvPr>
        </p:nvSpPr>
        <p:spPr>
          <a:xfrm>
            <a:off x="952499" y="2656903"/>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lvl="0" indent="-285750" algn="l" rtl="0">
              <a:lnSpc>
                <a:spcPct val="90000"/>
              </a:lnSpc>
              <a:spcBef>
                <a:spcPts val="0"/>
              </a:spcBef>
              <a:spcAft>
                <a:spcPts val="0"/>
              </a:spcAft>
              <a:buClr>
                <a:schemeClr val="dk1"/>
              </a:buClr>
              <a:buSzPts val="1600"/>
              <a:buFont typeface="Noto Sans Symbols"/>
              <a:buChar char="⮚"/>
            </a:pPr>
            <a:r>
              <a:rPr lang="en-US"/>
              <a:t>  </a:t>
            </a:r>
            <a:endParaRPr/>
          </a:p>
        </p:txBody>
      </p:sp>
      <p:sp>
        <p:nvSpPr>
          <p:cNvPr id="24" name="Google Shape;230;p3">
            <a:extLst>
              <a:ext uri="{FF2B5EF4-FFF2-40B4-BE49-F238E27FC236}">
                <a16:creationId xmlns:a16="http://schemas.microsoft.com/office/drawing/2014/main" id="{22F3717A-02C3-62A5-F9AA-EC9BAD2D89AE}"/>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6</a:t>
            </a:fld>
            <a:endParaRPr lang="en-US"/>
          </a:p>
        </p:txBody>
      </p:sp>
      <p:sp>
        <p:nvSpPr>
          <p:cNvPr id="25" name="Google Shape;231;p3">
            <a:extLst>
              <a:ext uri="{FF2B5EF4-FFF2-40B4-BE49-F238E27FC236}">
                <a16:creationId xmlns:a16="http://schemas.microsoft.com/office/drawing/2014/main" id="{5B49CA4D-C50B-8717-346A-2C7E15E41857}"/>
              </a:ext>
            </a:extLst>
          </p:cNvPr>
          <p:cNvSpPr txBox="1"/>
          <p:nvPr/>
        </p:nvSpPr>
        <p:spPr>
          <a:xfrm>
            <a:off x="6096000" y="2286000"/>
            <a:ext cx="5143500" cy="315915"/>
          </a:xfrm>
          <a:prstGeom prst="rect">
            <a:avLst/>
          </a:prstGeom>
          <a:noFill/>
          <a:ln>
            <a:noFill/>
          </a:ln>
        </p:spPr>
        <p:txBody>
          <a:bodyPr spcFirstLastPara="1" wrap="square" lIns="91425" tIns="45700" rIns="91425" bIns="45700" anchor="t" anchorCtr="0">
            <a:noAutofit/>
          </a:bodyPr>
          <a:lstStyle/>
          <a:p>
            <a:pPr marL="228600" marR="0" lvl="0" indent="-228600" algn="l" rtl="0">
              <a:lnSpc>
                <a:spcPct val="90000"/>
              </a:lnSpc>
              <a:spcBef>
                <a:spcPts val="0"/>
              </a:spcBef>
              <a:spcAft>
                <a:spcPts val="0"/>
              </a:spcAft>
              <a:buClr>
                <a:schemeClr val="lt2"/>
              </a:buClr>
              <a:buSzPts val="1800"/>
              <a:buFont typeface="Arial"/>
              <a:buNone/>
            </a:pPr>
            <a:r>
              <a:rPr lang="en-US" sz="1800" b="0" i="0">
                <a:solidFill>
                  <a:schemeClr val="lt2"/>
                </a:solidFill>
                <a:latin typeface="Franklin Gothic"/>
                <a:ea typeface="Franklin Gothic"/>
                <a:cs typeface="Franklin Gothic"/>
                <a:sym typeface="Franklin Gothic"/>
              </a:rPr>
              <a:t>Describe your ER Diagram here(if applicable)</a:t>
            </a:r>
            <a:endParaRPr/>
          </a:p>
        </p:txBody>
      </p:sp>
      <p:sp>
        <p:nvSpPr>
          <p:cNvPr id="26" name="Google Shape;232;p3">
            <a:extLst>
              <a:ext uri="{FF2B5EF4-FFF2-40B4-BE49-F238E27FC236}">
                <a16:creationId xmlns:a16="http://schemas.microsoft.com/office/drawing/2014/main" id="{53A5F6F2-F57C-54C1-3359-8A8FCEF5B496}"/>
              </a:ext>
            </a:extLst>
          </p:cNvPr>
          <p:cNvSpPr txBox="1"/>
          <p:nvPr/>
        </p:nvSpPr>
        <p:spPr>
          <a:xfrm>
            <a:off x="6096000" y="2601915"/>
            <a:ext cx="4838701" cy="3922968"/>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marR="0" lvl="0" indent="-285750" algn="l" rtl="0">
              <a:lnSpc>
                <a:spcPct val="90000"/>
              </a:lnSpc>
              <a:spcBef>
                <a:spcPts val="0"/>
              </a:spcBef>
              <a:spcAft>
                <a:spcPts val="0"/>
              </a:spcAft>
              <a:buClr>
                <a:schemeClr val="dk1"/>
              </a:buClr>
              <a:buSzPts val="1600"/>
              <a:buFont typeface="Noto Sans Symbols"/>
              <a:buChar char="⮚"/>
            </a:pPr>
            <a:r>
              <a:rPr lang="en-US" sz="1600" b="0" i="0" dirty="0">
                <a:solidFill>
                  <a:schemeClr val="dk1"/>
                </a:solidFill>
                <a:latin typeface="Libre Franklin"/>
                <a:ea typeface="Libre Franklin"/>
                <a:cs typeface="Libre Franklin"/>
                <a:sym typeface="Libre Franklin"/>
              </a:rPr>
              <a:t>  </a:t>
            </a:r>
            <a:endParaRPr dirty="0"/>
          </a:p>
        </p:txBody>
      </p:sp>
      <p:pic>
        <p:nvPicPr>
          <p:cNvPr id="27" name="Picture 26">
            <a:extLst>
              <a:ext uri="{FF2B5EF4-FFF2-40B4-BE49-F238E27FC236}">
                <a16:creationId xmlns:a16="http://schemas.microsoft.com/office/drawing/2014/main" id="{232E5BEB-6394-E84E-767D-083600AAE6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3" name="Picture 2">
            <a:extLst>
              <a:ext uri="{FF2B5EF4-FFF2-40B4-BE49-F238E27FC236}">
                <a16:creationId xmlns:a16="http://schemas.microsoft.com/office/drawing/2014/main" id="{5BC03D6A-79EB-31E3-36FA-19D31B9F48AD}"/>
              </a:ext>
            </a:extLst>
          </p:cNvPr>
          <p:cNvPicPr>
            <a:picLocks noChangeAspect="1"/>
          </p:cNvPicPr>
          <p:nvPr/>
        </p:nvPicPr>
        <p:blipFill>
          <a:blip r:embed="rId3"/>
          <a:stretch>
            <a:fillRect/>
          </a:stretch>
        </p:blipFill>
        <p:spPr>
          <a:xfrm>
            <a:off x="6128177" y="2989701"/>
            <a:ext cx="4545682" cy="2979778"/>
          </a:xfrm>
          <a:prstGeom prst="rect">
            <a:avLst/>
          </a:prstGeom>
        </p:spPr>
      </p:pic>
      <p:pic>
        <p:nvPicPr>
          <p:cNvPr id="5" name="Picture 4">
            <a:extLst>
              <a:ext uri="{FF2B5EF4-FFF2-40B4-BE49-F238E27FC236}">
                <a16:creationId xmlns:a16="http://schemas.microsoft.com/office/drawing/2014/main" id="{1C9935F5-8007-672B-AA15-1F317734CE37}"/>
              </a:ext>
            </a:extLst>
          </p:cNvPr>
          <p:cNvPicPr>
            <a:picLocks noChangeAspect="1"/>
          </p:cNvPicPr>
          <p:nvPr/>
        </p:nvPicPr>
        <p:blipFill>
          <a:blip r:embed="rId4"/>
          <a:stretch>
            <a:fillRect/>
          </a:stretch>
        </p:blipFill>
        <p:spPr>
          <a:xfrm>
            <a:off x="1391083" y="2756975"/>
            <a:ext cx="4095961" cy="3822896"/>
          </a:xfrm>
          <a:prstGeom prst="rect">
            <a:avLst/>
          </a:prstGeom>
        </p:spPr>
      </p:pic>
    </p:spTree>
    <p:extLst>
      <p:ext uri="{BB962C8B-B14F-4D97-AF65-F5344CB8AC3E}">
        <p14:creationId xmlns:p14="http://schemas.microsoft.com/office/powerpoint/2010/main" val="2795868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053482"/>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a:t>Deployment Details</a:t>
            </a:r>
            <a:endParaRPr sz="4000"/>
          </a:p>
        </p:txBody>
      </p:sp>
      <p:sp>
        <p:nvSpPr>
          <p:cNvPr id="228" name="Google Shape;228;p3"/>
          <p:cNvSpPr txBox="1">
            <a:spLocks noGrp="1"/>
          </p:cNvSpPr>
          <p:nvPr>
            <p:ph type="body" idx="2"/>
          </p:nvPr>
        </p:nvSpPr>
        <p:spPr>
          <a:xfrm>
            <a:off x="952500" y="2286000"/>
            <a:ext cx="4838700" cy="315915"/>
          </a:xfrm>
          <a:prstGeom prst="rect">
            <a:avLst/>
          </a:prstGeom>
          <a:noFill/>
          <a:ln>
            <a:noFill/>
          </a:ln>
        </p:spPr>
        <p:txBody>
          <a:bodyPr spcFirstLastPara="1" wrap="square" lIns="91425" tIns="45700" rIns="91425" bIns="45700" anchor="t" anchorCtr="0">
            <a:noAutofit/>
          </a:bodyPr>
          <a:lstStyle/>
          <a:p>
            <a:pPr marL="228600" lvl="0">
              <a:spcBef>
                <a:spcPts val="0"/>
              </a:spcBef>
            </a:pPr>
            <a:r>
              <a:rPr lang="en-US" sz="1800"/>
              <a:t>Describe </a:t>
            </a:r>
            <a:r>
              <a:rPr lang="en-US"/>
              <a:t>Deployment Details </a:t>
            </a:r>
            <a:r>
              <a:rPr lang="en-US" sz="1800"/>
              <a:t>here</a:t>
            </a:r>
            <a:endParaRPr/>
          </a:p>
        </p:txBody>
      </p:sp>
      <p:sp>
        <p:nvSpPr>
          <p:cNvPr id="229" name="Google Shape;229;p3"/>
          <p:cNvSpPr txBox="1">
            <a:spLocks noGrp="1"/>
          </p:cNvSpPr>
          <p:nvPr>
            <p:ph type="body" idx="1"/>
          </p:nvPr>
        </p:nvSpPr>
        <p:spPr>
          <a:xfrm>
            <a:off x="1072532" y="2655953"/>
            <a:ext cx="5761758" cy="3990592"/>
          </a:xfrm>
          <a:prstGeom prst="rect">
            <a:avLst/>
          </a:prstGeom>
          <a:no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285750" indent="-285750">
              <a:spcBef>
                <a:spcPts val="0"/>
              </a:spcBef>
              <a:buFont typeface="Noto Sans Symbols"/>
              <a:buChar char="⮚"/>
            </a:pPr>
            <a:r>
              <a:rPr lang="en-US" dirty="0"/>
              <a:t>  </a:t>
            </a:r>
            <a:r>
              <a:rPr lang="en-US" b="1" u="sng" dirty="0"/>
              <a:t>Web Hosting</a:t>
            </a:r>
            <a:r>
              <a:rPr lang="en-US" dirty="0"/>
              <a:t>: Choose a reliable web hosting service that can handle your website's traffic and performance requirements.</a:t>
            </a:r>
          </a:p>
          <a:p>
            <a:pPr marL="285750" indent="-285750">
              <a:spcBef>
                <a:spcPts val="0"/>
              </a:spcBef>
              <a:buFont typeface="Noto Sans Symbols"/>
              <a:buChar char="⮚"/>
            </a:pPr>
            <a:r>
              <a:rPr lang="en-US" dirty="0"/>
              <a:t> </a:t>
            </a:r>
            <a:r>
              <a:rPr lang="en-US" b="1" u="sng" dirty="0"/>
              <a:t>Web Server</a:t>
            </a:r>
            <a:r>
              <a:rPr lang="en-US" dirty="0"/>
              <a:t>: Set up a web server to host your website’s code. Popular choices include Apache. Configure the server to handle incoming HTTP requests.</a:t>
            </a:r>
          </a:p>
          <a:p>
            <a:pPr marL="285750" indent="-285750">
              <a:spcBef>
                <a:spcPts val="0"/>
              </a:spcBef>
              <a:buFont typeface="Noto Sans Symbols"/>
              <a:buChar char="⮚"/>
            </a:pPr>
            <a:r>
              <a:rPr lang="en-US" b="1" u="sng" dirty="0"/>
              <a:t> Database:</a:t>
            </a:r>
            <a:r>
              <a:rPr lang="en-US" dirty="0"/>
              <a:t> Choose a database management system (DBMS) to store and manage restaurant data, user profiles, reservations, and more. Common options are Mongo DB.</a:t>
            </a:r>
          </a:p>
          <a:p>
            <a:pPr marL="285750" indent="-285750">
              <a:spcBef>
                <a:spcPts val="0"/>
              </a:spcBef>
              <a:buFont typeface="Noto Sans Symbols"/>
              <a:buChar char="⮚"/>
            </a:pPr>
            <a:r>
              <a:rPr lang="en-US" b="1" u="sng" dirty="0"/>
              <a:t>Frontend</a:t>
            </a:r>
            <a:r>
              <a:rPr lang="en-US" dirty="0"/>
              <a:t>: Design and develop the user interface (UI) and user experience (UX) of your website. Use HTML, CSS, and JavaScript for frontend development.</a:t>
            </a:r>
          </a:p>
          <a:p>
            <a:pPr marL="285750" indent="-285750">
              <a:spcBef>
                <a:spcPts val="0"/>
              </a:spcBef>
              <a:buFont typeface="Noto Sans Symbols"/>
              <a:buChar char="⮚"/>
            </a:pPr>
            <a:r>
              <a:rPr lang="en-US" dirty="0"/>
              <a:t> </a:t>
            </a:r>
            <a:r>
              <a:rPr lang="en-US" b="1" u="sng" dirty="0"/>
              <a:t>Back-End</a:t>
            </a:r>
            <a:r>
              <a:rPr lang="en-US" dirty="0"/>
              <a:t>: Implement the server-side logic for handling user registrations, restaurant listings, reservations, and user authentication. Use programming languages like python with flask.</a:t>
            </a:r>
            <a:endParaRPr dirty="0"/>
          </a:p>
        </p:txBody>
      </p:sp>
      <p:sp>
        <p:nvSpPr>
          <p:cNvPr id="230" name="Google Shape;230;p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7</a:t>
            </a:fld>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Tree>
    <p:extLst>
      <p:ext uri="{BB962C8B-B14F-4D97-AF65-F5344CB8AC3E}">
        <p14:creationId xmlns:p14="http://schemas.microsoft.com/office/powerpoint/2010/main" val="138276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
          <p:cNvSpPr txBox="1">
            <a:spLocks noGrp="1"/>
          </p:cNvSpPr>
          <p:nvPr>
            <p:ph type="title"/>
          </p:nvPr>
        </p:nvSpPr>
        <p:spPr>
          <a:xfrm>
            <a:off x="952499" y="1039194"/>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a:t>Project Screen shorts</a:t>
            </a:r>
            <a:endParaRPr sz="4000"/>
          </a:p>
        </p:txBody>
      </p:sp>
      <p:sp>
        <p:nvSpPr>
          <p:cNvPr id="230" name="Google Shape;230;p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8</a:t>
            </a:fld>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8" name="Picture 7">
            <a:extLst>
              <a:ext uri="{FF2B5EF4-FFF2-40B4-BE49-F238E27FC236}">
                <a16:creationId xmlns:a16="http://schemas.microsoft.com/office/drawing/2014/main" id="{2AD19F95-EE3D-8E53-3E68-F3F1F21A7A07}"/>
              </a:ext>
            </a:extLst>
          </p:cNvPr>
          <p:cNvPicPr>
            <a:picLocks noChangeAspect="1"/>
          </p:cNvPicPr>
          <p:nvPr/>
        </p:nvPicPr>
        <p:blipFill>
          <a:blip r:embed="rId4"/>
          <a:stretch>
            <a:fillRect/>
          </a:stretch>
        </p:blipFill>
        <p:spPr>
          <a:xfrm>
            <a:off x="178210" y="2449809"/>
            <a:ext cx="5610115" cy="3528204"/>
          </a:xfrm>
          <a:prstGeom prst="rect">
            <a:avLst/>
          </a:prstGeom>
        </p:spPr>
      </p:pic>
      <p:pic>
        <p:nvPicPr>
          <p:cNvPr id="10" name="Picture 9">
            <a:extLst>
              <a:ext uri="{FF2B5EF4-FFF2-40B4-BE49-F238E27FC236}">
                <a16:creationId xmlns:a16="http://schemas.microsoft.com/office/drawing/2014/main" id="{7AB26C13-1306-2FD5-ED59-27782D67C18A}"/>
              </a:ext>
            </a:extLst>
          </p:cNvPr>
          <p:cNvPicPr>
            <a:picLocks noChangeAspect="1"/>
          </p:cNvPicPr>
          <p:nvPr/>
        </p:nvPicPr>
        <p:blipFill>
          <a:blip r:embed="rId5"/>
          <a:stretch>
            <a:fillRect/>
          </a:stretch>
        </p:blipFill>
        <p:spPr>
          <a:xfrm>
            <a:off x="5851777" y="2449809"/>
            <a:ext cx="6272362" cy="3528204"/>
          </a:xfrm>
          <a:prstGeom prst="rect">
            <a:avLst/>
          </a:prstGeom>
        </p:spPr>
      </p:pic>
    </p:spTree>
    <p:extLst>
      <p:ext uri="{BB962C8B-B14F-4D97-AF65-F5344CB8AC3E}">
        <p14:creationId xmlns:p14="http://schemas.microsoft.com/office/powerpoint/2010/main" val="2797071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E91384AB-1586-0FBC-9BD2-BD7987EA4E6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9</a:t>
            </a:fld>
            <a:endParaRPr lang="en-US">
              <a:latin typeface="Libre Franklin"/>
              <a:ea typeface="Libre Franklin"/>
              <a:cs typeface="Libre Franklin"/>
              <a:sym typeface="Libre Franklin"/>
            </a:endParaRPr>
          </a:p>
        </p:txBody>
      </p:sp>
      <p:sp>
        <p:nvSpPr>
          <p:cNvPr id="14" name="Google Shape;227;p3">
            <a:extLst>
              <a:ext uri="{FF2B5EF4-FFF2-40B4-BE49-F238E27FC236}">
                <a16:creationId xmlns:a16="http://schemas.microsoft.com/office/drawing/2014/main" id="{A50CB8F0-3739-B7F9-2A81-C7B15B5E43ED}"/>
              </a:ext>
            </a:extLst>
          </p:cNvPr>
          <p:cNvSpPr txBox="1">
            <a:spLocks noGrp="1"/>
          </p:cNvSpPr>
          <p:nvPr>
            <p:ph type="title"/>
          </p:nvPr>
        </p:nvSpPr>
        <p:spPr>
          <a:xfrm>
            <a:off x="952499" y="1039194"/>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a:t>Project Screen shorts</a:t>
            </a:r>
            <a:endParaRPr sz="4000"/>
          </a:p>
        </p:txBody>
      </p:sp>
      <p:sp>
        <p:nvSpPr>
          <p:cNvPr id="15" name="Google Shape;230;p3">
            <a:extLst>
              <a:ext uri="{FF2B5EF4-FFF2-40B4-BE49-F238E27FC236}">
                <a16:creationId xmlns:a16="http://schemas.microsoft.com/office/drawing/2014/main" id="{6B9FD3FD-DC9A-E58F-865A-50D4C455F86D}"/>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9</a:t>
            </a:fld>
            <a:endParaRPr lang="en-US"/>
          </a:p>
        </p:txBody>
      </p:sp>
      <p:pic>
        <p:nvPicPr>
          <p:cNvPr id="16" name="Picture 15">
            <a:extLst>
              <a:ext uri="{FF2B5EF4-FFF2-40B4-BE49-F238E27FC236}">
                <a16:creationId xmlns:a16="http://schemas.microsoft.com/office/drawing/2014/main" id="{6467A142-D46C-3E1B-FAE2-5FCBA9AC0E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3" name="Picture 2">
            <a:extLst>
              <a:ext uri="{FF2B5EF4-FFF2-40B4-BE49-F238E27FC236}">
                <a16:creationId xmlns:a16="http://schemas.microsoft.com/office/drawing/2014/main" id="{D0E2A627-B792-2B71-CCA6-2B6C186F8FA1}"/>
              </a:ext>
            </a:extLst>
          </p:cNvPr>
          <p:cNvPicPr>
            <a:picLocks noChangeAspect="1"/>
          </p:cNvPicPr>
          <p:nvPr/>
        </p:nvPicPr>
        <p:blipFill>
          <a:blip r:embed="rId3"/>
          <a:stretch>
            <a:fillRect/>
          </a:stretch>
        </p:blipFill>
        <p:spPr>
          <a:xfrm>
            <a:off x="0" y="2106050"/>
            <a:ext cx="6505410" cy="2785128"/>
          </a:xfrm>
          <a:prstGeom prst="rect">
            <a:avLst/>
          </a:prstGeom>
        </p:spPr>
      </p:pic>
      <p:pic>
        <p:nvPicPr>
          <p:cNvPr id="7" name="Picture 6">
            <a:extLst>
              <a:ext uri="{FF2B5EF4-FFF2-40B4-BE49-F238E27FC236}">
                <a16:creationId xmlns:a16="http://schemas.microsoft.com/office/drawing/2014/main" id="{C421838D-EDF1-202F-2533-0F90F9471D19}"/>
              </a:ext>
            </a:extLst>
          </p:cNvPr>
          <p:cNvPicPr>
            <a:picLocks noChangeAspect="1"/>
          </p:cNvPicPr>
          <p:nvPr/>
        </p:nvPicPr>
        <p:blipFill>
          <a:blip r:embed="rId4"/>
          <a:stretch>
            <a:fillRect/>
          </a:stretch>
        </p:blipFill>
        <p:spPr>
          <a:xfrm>
            <a:off x="6505410" y="709612"/>
            <a:ext cx="5686590" cy="5438775"/>
          </a:xfrm>
          <a:prstGeom prst="rect">
            <a:avLst/>
          </a:prstGeom>
        </p:spPr>
      </p:pic>
    </p:spTree>
    <p:extLst>
      <p:ext uri="{BB962C8B-B14F-4D97-AF65-F5344CB8AC3E}">
        <p14:creationId xmlns:p14="http://schemas.microsoft.com/office/powerpoint/2010/main" val="2526119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87554D1A-24A9-334B-F5A4-3424814EBFBA}"/>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10</a:t>
            </a:fld>
            <a:endParaRPr lang="en-US">
              <a:latin typeface="Libre Franklin"/>
              <a:ea typeface="Libre Franklin"/>
              <a:cs typeface="Libre Franklin"/>
              <a:sym typeface="Libre Franklin"/>
            </a:endParaRPr>
          </a:p>
        </p:txBody>
      </p:sp>
      <p:sp>
        <p:nvSpPr>
          <p:cNvPr id="14" name="Slide Number Placeholder 12">
            <a:extLst>
              <a:ext uri="{FF2B5EF4-FFF2-40B4-BE49-F238E27FC236}">
                <a16:creationId xmlns:a16="http://schemas.microsoft.com/office/drawing/2014/main" id="{AAA9D93B-1AF1-AC17-FC5E-68F9777D5B09}"/>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10</a:t>
            </a:fld>
            <a:endParaRPr lang="en-US"/>
          </a:p>
        </p:txBody>
      </p:sp>
      <p:sp>
        <p:nvSpPr>
          <p:cNvPr id="15" name="Google Shape;227;p3">
            <a:extLst>
              <a:ext uri="{FF2B5EF4-FFF2-40B4-BE49-F238E27FC236}">
                <a16:creationId xmlns:a16="http://schemas.microsoft.com/office/drawing/2014/main" id="{7EAC1CEE-DC08-C372-FE5D-5894675882E0}"/>
              </a:ext>
            </a:extLst>
          </p:cNvPr>
          <p:cNvSpPr txBox="1">
            <a:spLocks noGrp="1"/>
          </p:cNvSpPr>
          <p:nvPr>
            <p:ph type="title"/>
          </p:nvPr>
        </p:nvSpPr>
        <p:spPr>
          <a:xfrm>
            <a:off x="952499" y="1039194"/>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a:t>Project Screen shorts</a:t>
            </a:r>
            <a:endParaRPr sz="4000"/>
          </a:p>
        </p:txBody>
      </p:sp>
      <p:sp>
        <p:nvSpPr>
          <p:cNvPr id="16" name="Google Shape;230;p3">
            <a:extLst>
              <a:ext uri="{FF2B5EF4-FFF2-40B4-BE49-F238E27FC236}">
                <a16:creationId xmlns:a16="http://schemas.microsoft.com/office/drawing/2014/main" id="{9B16B136-C598-FA2F-E524-1C49F744296E}"/>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10</a:t>
            </a:fld>
            <a:endParaRPr lang="en-US"/>
          </a:p>
        </p:txBody>
      </p:sp>
      <p:pic>
        <p:nvPicPr>
          <p:cNvPr id="17" name="Picture 16">
            <a:extLst>
              <a:ext uri="{FF2B5EF4-FFF2-40B4-BE49-F238E27FC236}">
                <a16:creationId xmlns:a16="http://schemas.microsoft.com/office/drawing/2014/main" id="{B81C5982-E2F1-A53D-ADC0-1B777DB9A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5" name="Picture 4">
            <a:extLst>
              <a:ext uri="{FF2B5EF4-FFF2-40B4-BE49-F238E27FC236}">
                <a16:creationId xmlns:a16="http://schemas.microsoft.com/office/drawing/2014/main" id="{51C85ABD-1D00-CEB1-5376-A7477C6205EB}"/>
              </a:ext>
            </a:extLst>
          </p:cNvPr>
          <p:cNvPicPr>
            <a:picLocks noChangeAspect="1"/>
          </p:cNvPicPr>
          <p:nvPr/>
        </p:nvPicPr>
        <p:blipFill>
          <a:blip r:embed="rId3"/>
          <a:stretch>
            <a:fillRect/>
          </a:stretch>
        </p:blipFill>
        <p:spPr>
          <a:xfrm>
            <a:off x="1233170" y="2111918"/>
            <a:ext cx="9573768" cy="4344127"/>
          </a:xfrm>
          <a:prstGeom prst="rect">
            <a:avLst/>
          </a:prstGeom>
        </p:spPr>
      </p:pic>
    </p:spTree>
    <p:extLst>
      <p:ext uri="{BB962C8B-B14F-4D97-AF65-F5344CB8AC3E}">
        <p14:creationId xmlns:p14="http://schemas.microsoft.com/office/powerpoint/2010/main" val="1217601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F5DFB86B-5A7A-11C6-752A-7CEC9248B349}"/>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11</a:t>
            </a:fld>
            <a:endParaRPr lang="en-US">
              <a:latin typeface="Libre Franklin"/>
              <a:ea typeface="Libre Franklin"/>
              <a:cs typeface="Libre Franklin"/>
              <a:sym typeface="Libre Franklin"/>
            </a:endParaRPr>
          </a:p>
        </p:txBody>
      </p:sp>
      <p:sp>
        <p:nvSpPr>
          <p:cNvPr id="14" name="Slide Number Placeholder 12">
            <a:extLst>
              <a:ext uri="{FF2B5EF4-FFF2-40B4-BE49-F238E27FC236}">
                <a16:creationId xmlns:a16="http://schemas.microsoft.com/office/drawing/2014/main" id="{EC75EB00-4228-CB32-BA05-80AF16468A25}"/>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11</a:t>
            </a:fld>
            <a:endParaRPr lang="en-US"/>
          </a:p>
        </p:txBody>
      </p:sp>
      <p:sp>
        <p:nvSpPr>
          <p:cNvPr id="15" name="Google Shape;227;p3">
            <a:extLst>
              <a:ext uri="{FF2B5EF4-FFF2-40B4-BE49-F238E27FC236}">
                <a16:creationId xmlns:a16="http://schemas.microsoft.com/office/drawing/2014/main" id="{86E2FF21-2EAD-273C-849C-E36A569CF23F}"/>
              </a:ext>
            </a:extLst>
          </p:cNvPr>
          <p:cNvSpPr txBox="1">
            <a:spLocks noGrp="1"/>
          </p:cNvSpPr>
          <p:nvPr>
            <p:ph type="title"/>
          </p:nvPr>
        </p:nvSpPr>
        <p:spPr>
          <a:xfrm>
            <a:off x="952499" y="1039194"/>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a:t>Project Screen shorts</a:t>
            </a:r>
            <a:endParaRPr sz="4000"/>
          </a:p>
        </p:txBody>
      </p:sp>
      <p:sp>
        <p:nvSpPr>
          <p:cNvPr id="16" name="Google Shape;230;p3">
            <a:extLst>
              <a:ext uri="{FF2B5EF4-FFF2-40B4-BE49-F238E27FC236}">
                <a16:creationId xmlns:a16="http://schemas.microsoft.com/office/drawing/2014/main" id="{0BF14517-F041-87D7-D59F-60829DDCE159}"/>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11</a:t>
            </a:fld>
            <a:endParaRPr lang="en-US"/>
          </a:p>
        </p:txBody>
      </p:sp>
      <p:pic>
        <p:nvPicPr>
          <p:cNvPr id="17" name="Picture 16">
            <a:extLst>
              <a:ext uri="{FF2B5EF4-FFF2-40B4-BE49-F238E27FC236}">
                <a16:creationId xmlns:a16="http://schemas.microsoft.com/office/drawing/2014/main" id="{42D84F58-2806-AFB0-6EF3-0A65A84E6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7" name="Picture 6">
            <a:extLst>
              <a:ext uri="{FF2B5EF4-FFF2-40B4-BE49-F238E27FC236}">
                <a16:creationId xmlns:a16="http://schemas.microsoft.com/office/drawing/2014/main" id="{2BCEE736-0A9F-A057-3689-E71A571C3E23}"/>
              </a:ext>
            </a:extLst>
          </p:cNvPr>
          <p:cNvPicPr>
            <a:picLocks noChangeAspect="1"/>
          </p:cNvPicPr>
          <p:nvPr/>
        </p:nvPicPr>
        <p:blipFill>
          <a:blip r:embed="rId3"/>
          <a:stretch>
            <a:fillRect/>
          </a:stretch>
        </p:blipFill>
        <p:spPr>
          <a:xfrm>
            <a:off x="1060704" y="2241715"/>
            <a:ext cx="9528048" cy="4438929"/>
          </a:xfrm>
          <a:prstGeom prst="rect">
            <a:avLst/>
          </a:prstGeom>
        </p:spPr>
      </p:pic>
    </p:spTree>
    <p:extLst>
      <p:ext uri="{BB962C8B-B14F-4D97-AF65-F5344CB8AC3E}">
        <p14:creationId xmlns:p14="http://schemas.microsoft.com/office/powerpoint/2010/main" val="13569006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D13B3F50-85BD-0A4E-C0A6-D4FC1AD64309}"/>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12</a:t>
            </a:fld>
            <a:endParaRPr lang="en-US">
              <a:latin typeface="Libre Franklin"/>
              <a:ea typeface="Libre Franklin"/>
              <a:cs typeface="Libre Franklin"/>
              <a:sym typeface="Libre Franklin"/>
            </a:endParaRPr>
          </a:p>
        </p:txBody>
      </p:sp>
      <p:sp>
        <p:nvSpPr>
          <p:cNvPr id="14" name="Slide Number Placeholder 12">
            <a:extLst>
              <a:ext uri="{FF2B5EF4-FFF2-40B4-BE49-F238E27FC236}">
                <a16:creationId xmlns:a16="http://schemas.microsoft.com/office/drawing/2014/main" id="{CDC1D2DF-9A2D-E2EA-7FF7-A84A4723698C}"/>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12</a:t>
            </a:fld>
            <a:endParaRPr lang="en-US"/>
          </a:p>
        </p:txBody>
      </p:sp>
      <p:sp>
        <p:nvSpPr>
          <p:cNvPr id="15" name="Google Shape;227;p3">
            <a:extLst>
              <a:ext uri="{FF2B5EF4-FFF2-40B4-BE49-F238E27FC236}">
                <a16:creationId xmlns:a16="http://schemas.microsoft.com/office/drawing/2014/main" id="{825D4F85-1061-D23B-1726-9E1F4723C1AB}"/>
              </a:ext>
            </a:extLst>
          </p:cNvPr>
          <p:cNvSpPr txBox="1">
            <a:spLocks noGrp="1"/>
          </p:cNvSpPr>
          <p:nvPr>
            <p:ph type="title"/>
          </p:nvPr>
        </p:nvSpPr>
        <p:spPr>
          <a:xfrm>
            <a:off x="952499" y="1039194"/>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a:t>Project Screen shorts</a:t>
            </a:r>
            <a:endParaRPr sz="4000"/>
          </a:p>
        </p:txBody>
      </p:sp>
      <p:sp>
        <p:nvSpPr>
          <p:cNvPr id="16" name="Google Shape;230;p3">
            <a:extLst>
              <a:ext uri="{FF2B5EF4-FFF2-40B4-BE49-F238E27FC236}">
                <a16:creationId xmlns:a16="http://schemas.microsoft.com/office/drawing/2014/main" id="{E2B35AF5-B43F-08B7-CE01-FD092FE6DFBF}"/>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12</a:t>
            </a:fld>
            <a:endParaRPr lang="en-US"/>
          </a:p>
        </p:txBody>
      </p:sp>
      <p:pic>
        <p:nvPicPr>
          <p:cNvPr id="17" name="Picture 16">
            <a:extLst>
              <a:ext uri="{FF2B5EF4-FFF2-40B4-BE49-F238E27FC236}">
                <a16:creationId xmlns:a16="http://schemas.microsoft.com/office/drawing/2014/main" id="{D836FDB0-1E94-41FA-A5BF-92E264F14B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3" name="Picture 2">
            <a:extLst>
              <a:ext uri="{FF2B5EF4-FFF2-40B4-BE49-F238E27FC236}">
                <a16:creationId xmlns:a16="http://schemas.microsoft.com/office/drawing/2014/main" id="{4E97867A-694E-757B-795D-9CB9FD26E9A2}"/>
              </a:ext>
            </a:extLst>
          </p:cNvPr>
          <p:cNvPicPr>
            <a:picLocks noChangeAspect="1"/>
          </p:cNvPicPr>
          <p:nvPr/>
        </p:nvPicPr>
        <p:blipFill>
          <a:blip r:embed="rId3"/>
          <a:stretch>
            <a:fillRect/>
          </a:stretch>
        </p:blipFill>
        <p:spPr>
          <a:xfrm>
            <a:off x="685800" y="2081404"/>
            <a:ext cx="10031425" cy="4498467"/>
          </a:xfrm>
          <a:prstGeom prst="rect">
            <a:avLst/>
          </a:prstGeom>
        </p:spPr>
      </p:pic>
    </p:spTree>
    <p:extLst>
      <p:ext uri="{BB962C8B-B14F-4D97-AF65-F5344CB8AC3E}">
        <p14:creationId xmlns:p14="http://schemas.microsoft.com/office/powerpoint/2010/main" val="35340628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8CFCF61F-3B4B-3DB0-AA27-ECD998BC4723}"/>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pPr marL="0" lvl="0" indent="0" algn="l" rtl="0">
                <a:spcBef>
                  <a:spcPts val="0"/>
                </a:spcBef>
                <a:spcAft>
                  <a:spcPts val="0"/>
                </a:spcAft>
                <a:buNone/>
              </a:pPr>
              <a:t>13</a:t>
            </a:fld>
            <a:endParaRPr lang="en-US">
              <a:latin typeface="Libre Franklin"/>
              <a:ea typeface="Libre Franklin"/>
              <a:cs typeface="Libre Franklin"/>
              <a:sym typeface="Libre Franklin"/>
            </a:endParaRPr>
          </a:p>
        </p:txBody>
      </p:sp>
      <p:sp>
        <p:nvSpPr>
          <p:cNvPr id="14" name="Google Shape;227;p3">
            <a:extLst>
              <a:ext uri="{FF2B5EF4-FFF2-40B4-BE49-F238E27FC236}">
                <a16:creationId xmlns:a16="http://schemas.microsoft.com/office/drawing/2014/main" id="{DBD02B6A-BE5C-2C48-815D-EE7DD07B3315}"/>
              </a:ext>
            </a:extLst>
          </p:cNvPr>
          <p:cNvSpPr txBox="1">
            <a:spLocks noGrp="1"/>
          </p:cNvSpPr>
          <p:nvPr>
            <p:ph type="title"/>
          </p:nvPr>
        </p:nvSpPr>
        <p:spPr>
          <a:xfrm>
            <a:off x="952499" y="1039194"/>
            <a:ext cx="5780809" cy="610863"/>
          </a:xfrm>
          <a:prstGeom prst="rect">
            <a:avLst/>
          </a:prstGeom>
          <a:noFill/>
          <a:ln>
            <a:noFill/>
          </a:ln>
        </p:spPr>
        <p:txBody>
          <a:bodyPr spcFirstLastPara="1" wrap="square" lIns="0" tIns="0" rIns="0" bIns="0" anchor="b" anchorCtr="0">
            <a:normAutofit/>
          </a:bodyPr>
          <a:lstStyle/>
          <a:p>
            <a:pPr marL="0" lvl="0" indent="0" algn="l" rtl="0">
              <a:lnSpc>
                <a:spcPct val="90000"/>
              </a:lnSpc>
              <a:spcBef>
                <a:spcPts val="0"/>
              </a:spcBef>
              <a:spcAft>
                <a:spcPts val="0"/>
              </a:spcAft>
              <a:buClr>
                <a:schemeClr val="dk1"/>
              </a:buClr>
              <a:buSzPct val="100000"/>
              <a:buFont typeface="Franklin Gothic"/>
              <a:buNone/>
            </a:pPr>
            <a:r>
              <a:rPr lang="en-US" sz="4000"/>
              <a:t>Project Screen shorts</a:t>
            </a:r>
            <a:endParaRPr sz="4000"/>
          </a:p>
        </p:txBody>
      </p:sp>
      <p:sp>
        <p:nvSpPr>
          <p:cNvPr id="15" name="Google Shape;230;p3">
            <a:extLst>
              <a:ext uri="{FF2B5EF4-FFF2-40B4-BE49-F238E27FC236}">
                <a16:creationId xmlns:a16="http://schemas.microsoft.com/office/drawing/2014/main" id="{ABE19DC5-034B-A985-6C4E-4C0258AB6141}"/>
              </a:ext>
            </a:extLst>
          </p:cNvPr>
          <p:cNvSpPr txBox="1">
            <a:spLocks/>
          </p:cNvSpPr>
          <p:nvPr/>
        </p:nvSpPr>
        <p:spPr>
          <a:xfrm>
            <a:off x="971550" y="6332220"/>
            <a:ext cx="523240" cy="247651"/>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1pPr>
            <a:lvl2pPr marL="0" marR="0" lvl="1"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2pPr>
            <a:lvl3pPr marL="0" marR="0" lvl="2"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3pPr>
            <a:lvl4pPr marL="0" marR="0" lvl="3"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4pPr>
            <a:lvl5pPr marL="0" marR="0" lvl="4"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5pPr>
            <a:lvl6pPr marL="0" marR="0" lvl="5"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6pPr>
            <a:lvl7pPr marL="0" marR="0" lvl="6"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7pPr>
            <a:lvl8pPr marL="0" marR="0" lvl="7"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8pPr>
            <a:lvl9pPr marL="0" marR="0" lvl="8" indent="0" algn="l" rtl="0">
              <a:lnSpc>
                <a:spcPct val="100000"/>
              </a:lnSpc>
              <a:spcBef>
                <a:spcPts val="0"/>
              </a:spcBef>
              <a:spcAft>
                <a:spcPts val="0"/>
              </a:spcAft>
              <a:buClr>
                <a:srgbClr val="000000"/>
              </a:buClr>
              <a:buFont typeface="Arial"/>
              <a:buNone/>
              <a:defRPr sz="1100" b="0" i="0" u="none" strike="noStrike" cap="none">
                <a:solidFill>
                  <a:schemeClr val="dk1"/>
                </a:solidFill>
                <a:latin typeface="Libre Franklin"/>
                <a:ea typeface="Libre Franklin"/>
                <a:cs typeface="Libre Franklin"/>
                <a:sym typeface="Libre Franklin"/>
              </a:defRPr>
            </a:lvl9pPr>
          </a:lstStyle>
          <a:p>
            <a:fld id="{00000000-1234-1234-1234-123412341234}" type="slidenum">
              <a:rPr lang="en-US" smtClean="0"/>
              <a:pPr/>
              <a:t>13</a:t>
            </a:fld>
            <a:endParaRPr lang="en-US"/>
          </a:p>
        </p:txBody>
      </p:sp>
      <p:pic>
        <p:nvPicPr>
          <p:cNvPr id="16" name="Picture 15">
            <a:extLst>
              <a:ext uri="{FF2B5EF4-FFF2-40B4-BE49-F238E27FC236}">
                <a16:creationId xmlns:a16="http://schemas.microsoft.com/office/drawing/2014/main" id="{3DB0A910-8155-16E1-9813-8F27ECB3E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pic>
        <p:nvPicPr>
          <p:cNvPr id="3" name="Picture 2">
            <a:extLst>
              <a:ext uri="{FF2B5EF4-FFF2-40B4-BE49-F238E27FC236}">
                <a16:creationId xmlns:a16="http://schemas.microsoft.com/office/drawing/2014/main" id="{F29424D1-A98C-68B8-C9AD-2C06DCDEB98A}"/>
              </a:ext>
            </a:extLst>
          </p:cNvPr>
          <p:cNvPicPr>
            <a:picLocks noChangeAspect="1"/>
          </p:cNvPicPr>
          <p:nvPr/>
        </p:nvPicPr>
        <p:blipFill>
          <a:blip r:embed="rId3"/>
          <a:stretch>
            <a:fillRect/>
          </a:stretch>
        </p:blipFill>
        <p:spPr>
          <a:xfrm>
            <a:off x="0" y="2195242"/>
            <a:ext cx="11795760" cy="3955392"/>
          </a:xfrm>
          <a:prstGeom prst="rect">
            <a:avLst/>
          </a:prstGeom>
        </p:spPr>
      </p:pic>
    </p:spTree>
    <p:extLst>
      <p:ext uri="{BB962C8B-B14F-4D97-AF65-F5344CB8AC3E}">
        <p14:creationId xmlns:p14="http://schemas.microsoft.com/office/powerpoint/2010/main" val="1039888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30" name="Google Shape;230;p3"/>
          <p:cNvSpPr txBox="1">
            <a:spLocks noGrp="1"/>
          </p:cNvSpPr>
          <p:nvPr>
            <p:ph type="sldNum" idx="12"/>
          </p:nvPr>
        </p:nvSpPr>
        <p:spPr>
          <a:xfrm>
            <a:off x="971550" y="6332220"/>
            <a:ext cx="523240" cy="247651"/>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14</a:t>
            </a:fld>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171" y="1173708"/>
            <a:ext cx="9276625" cy="47752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8210" y="51051"/>
            <a:ext cx="757237" cy="960358"/>
          </a:xfrm>
          <a:prstGeom prst="rect">
            <a:avLst/>
          </a:prstGeom>
        </p:spPr>
      </p:pic>
    </p:spTree>
    <p:extLst>
      <p:ext uri="{BB962C8B-B14F-4D97-AF65-F5344CB8AC3E}">
        <p14:creationId xmlns:p14="http://schemas.microsoft.com/office/powerpoint/2010/main" val="466882474"/>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290</TotalTime>
  <Words>718</Words>
  <Application>Microsoft Office PowerPoint</Application>
  <PresentationFormat>Widescreen</PresentationFormat>
  <Paragraphs>121</Paragraphs>
  <Slides>14</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Franklin Gothic</vt:lpstr>
      <vt:lpstr>Söhne</vt:lpstr>
      <vt:lpstr>Roboto</vt:lpstr>
      <vt:lpstr>Libre Franklin</vt:lpstr>
      <vt:lpstr>Arial</vt:lpstr>
      <vt:lpstr>Calibri</vt:lpstr>
      <vt:lpstr>Noto Sans Symbols</vt:lpstr>
      <vt:lpstr>Wingdings</vt:lpstr>
      <vt:lpstr>Theme1</vt:lpstr>
      <vt:lpstr>Project Title Design &amp; Development Ecommerce Website </vt:lpstr>
      <vt:lpstr>Idea/Approach Details</vt:lpstr>
      <vt:lpstr>Project Requirements </vt:lpstr>
      <vt:lpstr>Project Requirements </vt:lpstr>
      <vt:lpstr>Design </vt:lpstr>
      <vt:lpstr>Design </vt:lpstr>
      <vt:lpstr>Deployment Details</vt:lpstr>
      <vt:lpstr>Project Screen shorts</vt:lpstr>
      <vt:lpstr>Project Screen shorts</vt:lpstr>
      <vt:lpstr>Project Screen shorts</vt:lpstr>
      <vt:lpstr>Project Screen shorts</vt:lpstr>
      <vt:lpstr>Project Screen shorts</vt:lpstr>
      <vt:lpstr>Project Screen shorts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Sarim Moin</dc:creator>
  <cp:lastModifiedBy>NIDHI RANI</cp:lastModifiedBy>
  <cp:revision>10</cp:revision>
  <dcterms:created xsi:type="dcterms:W3CDTF">2022-02-11T07:14:46Z</dcterms:created>
  <dcterms:modified xsi:type="dcterms:W3CDTF">2024-05-24T07:24:41Z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