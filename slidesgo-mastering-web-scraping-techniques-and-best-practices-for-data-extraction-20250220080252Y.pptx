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300700" cy="10299700"/>
  <p:notesSz cx="18300700" cy="1029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98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B754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B754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B754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B754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B754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61211" y="7176628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4">
                <a:moveTo>
                  <a:pt x="0" y="0"/>
                </a:moveTo>
                <a:lnTo>
                  <a:pt x="3550" y="5150"/>
                </a:lnTo>
                <a:lnTo>
                  <a:pt x="9503" y="14035"/>
                </a:lnTo>
                <a:lnTo>
                  <a:pt x="17838" y="26938"/>
                </a:lnTo>
                <a:lnTo>
                  <a:pt x="17838" y="24081"/>
                </a:lnTo>
                <a:lnTo>
                  <a:pt x="0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352425" cy="2593340"/>
          </a:xfrm>
          <a:custGeom>
            <a:avLst/>
            <a:gdLst/>
            <a:ahLst/>
            <a:cxnLst/>
            <a:rect l="l" t="t" r="r" b="b"/>
            <a:pathLst>
              <a:path w="352425" h="2593340">
                <a:moveTo>
                  <a:pt x="352424" y="2592831"/>
                </a:moveTo>
                <a:lnTo>
                  <a:pt x="352424" y="0"/>
                </a:lnTo>
                <a:lnTo>
                  <a:pt x="0" y="0"/>
                </a:lnTo>
                <a:lnTo>
                  <a:pt x="0" y="2592831"/>
                </a:lnTo>
                <a:lnTo>
                  <a:pt x="352424" y="2592831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220063" y="9934999"/>
            <a:ext cx="4067175" cy="352425"/>
          </a:xfrm>
          <a:custGeom>
            <a:avLst/>
            <a:gdLst/>
            <a:ahLst/>
            <a:cxnLst/>
            <a:rect l="l" t="t" r="r" b="b"/>
            <a:pathLst>
              <a:path w="4067175" h="352425">
                <a:moveTo>
                  <a:pt x="4067175" y="0"/>
                </a:moveTo>
                <a:lnTo>
                  <a:pt x="0" y="0"/>
                </a:lnTo>
                <a:lnTo>
                  <a:pt x="0" y="352425"/>
                </a:lnTo>
                <a:lnTo>
                  <a:pt x="4067175" y="352425"/>
                </a:lnTo>
                <a:lnTo>
                  <a:pt x="4067175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B754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647499" y="2819996"/>
            <a:ext cx="19050" cy="9525"/>
          </a:xfrm>
          <a:custGeom>
            <a:avLst/>
            <a:gdLst/>
            <a:ahLst/>
            <a:cxnLst/>
            <a:rect l="l" t="t" r="r" b="b"/>
            <a:pathLst>
              <a:path w="19050" h="9525">
                <a:moveTo>
                  <a:pt x="16662" y="0"/>
                </a:moveTo>
                <a:lnTo>
                  <a:pt x="11912" y="0"/>
                </a:lnTo>
                <a:lnTo>
                  <a:pt x="11912" y="1905"/>
                </a:lnTo>
                <a:lnTo>
                  <a:pt x="9525" y="1905"/>
                </a:lnTo>
                <a:lnTo>
                  <a:pt x="11912" y="3810"/>
                </a:lnTo>
                <a:lnTo>
                  <a:pt x="14287" y="3810"/>
                </a:lnTo>
                <a:lnTo>
                  <a:pt x="11912" y="5715"/>
                </a:lnTo>
                <a:lnTo>
                  <a:pt x="0" y="5715"/>
                </a:lnTo>
                <a:lnTo>
                  <a:pt x="0" y="9525"/>
                </a:lnTo>
                <a:lnTo>
                  <a:pt x="4649" y="8096"/>
                </a:lnTo>
                <a:lnTo>
                  <a:pt x="10415" y="8096"/>
                </a:lnTo>
                <a:lnTo>
                  <a:pt x="15735" y="7381"/>
                </a:lnTo>
                <a:lnTo>
                  <a:pt x="19050" y="3810"/>
                </a:lnTo>
                <a:lnTo>
                  <a:pt x="19050" y="1905"/>
                </a:lnTo>
                <a:lnTo>
                  <a:pt x="16662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672497" y="7175004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0" y="0"/>
                </a:moveTo>
                <a:lnTo>
                  <a:pt x="16332" y="25717"/>
                </a:lnTo>
                <a:lnTo>
                  <a:pt x="19050" y="28575"/>
                </a:lnTo>
                <a:lnTo>
                  <a:pt x="11865" y="15666"/>
                </a:lnTo>
                <a:lnTo>
                  <a:pt x="6467" y="6781"/>
                </a:lnTo>
                <a:lnTo>
                  <a:pt x="2597" y="1650"/>
                </a:lnTo>
                <a:lnTo>
                  <a:pt x="0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79996" y="5644997"/>
            <a:ext cx="9525" cy="28575"/>
          </a:xfrm>
          <a:custGeom>
            <a:avLst/>
            <a:gdLst/>
            <a:ahLst/>
            <a:cxnLst/>
            <a:rect l="l" t="t" r="r" b="b"/>
            <a:pathLst>
              <a:path w="9525" h="28575">
                <a:moveTo>
                  <a:pt x="3884" y="12314"/>
                </a:moveTo>
                <a:lnTo>
                  <a:pt x="5025" y="15768"/>
                </a:lnTo>
                <a:lnTo>
                  <a:pt x="9525" y="28575"/>
                </a:lnTo>
                <a:lnTo>
                  <a:pt x="9525" y="26377"/>
                </a:lnTo>
                <a:lnTo>
                  <a:pt x="7370" y="20129"/>
                </a:lnTo>
                <a:lnTo>
                  <a:pt x="3884" y="12314"/>
                </a:lnTo>
                <a:close/>
              </a:path>
              <a:path w="9525" h="28575">
                <a:moveTo>
                  <a:pt x="0" y="0"/>
                </a:moveTo>
                <a:lnTo>
                  <a:pt x="0" y="2197"/>
                </a:lnTo>
                <a:lnTo>
                  <a:pt x="2161" y="8452"/>
                </a:lnTo>
                <a:lnTo>
                  <a:pt x="3884" y="12314"/>
                </a:lnTo>
                <a:lnTo>
                  <a:pt x="2085" y="6872"/>
                </a:lnTo>
                <a:lnTo>
                  <a:pt x="484" y="1684"/>
                </a:lnTo>
                <a:lnTo>
                  <a:pt x="0" y="0"/>
                </a:lnTo>
                <a:close/>
              </a:path>
            </a:pathLst>
          </a:custGeom>
          <a:solidFill>
            <a:srgbClr val="F8B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934940" y="6932501"/>
            <a:ext cx="352425" cy="3343275"/>
          </a:xfrm>
          <a:custGeom>
            <a:avLst/>
            <a:gdLst/>
            <a:ahLst/>
            <a:cxnLst/>
            <a:rect l="l" t="t" r="r" b="b"/>
            <a:pathLst>
              <a:path w="352425" h="3343275">
                <a:moveTo>
                  <a:pt x="352425" y="0"/>
                </a:moveTo>
                <a:lnTo>
                  <a:pt x="0" y="0"/>
                </a:lnTo>
                <a:lnTo>
                  <a:pt x="0" y="3343275"/>
                </a:lnTo>
                <a:lnTo>
                  <a:pt x="352425" y="3343275"/>
                </a:lnTo>
                <a:lnTo>
                  <a:pt x="352425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13234669" cy="352425"/>
          </a:xfrm>
          <a:custGeom>
            <a:avLst/>
            <a:gdLst/>
            <a:ahLst/>
            <a:cxnLst/>
            <a:rect l="l" t="t" r="r" b="b"/>
            <a:pathLst>
              <a:path w="13234669" h="352425">
                <a:moveTo>
                  <a:pt x="13234272" y="0"/>
                </a:moveTo>
                <a:lnTo>
                  <a:pt x="0" y="0"/>
                </a:lnTo>
                <a:lnTo>
                  <a:pt x="0" y="352425"/>
                </a:lnTo>
                <a:lnTo>
                  <a:pt x="13234272" y="352425"/>
                </a:lnTo>
                <a:lnTo>
                  <a:pt x="13234272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29156"/>
            <a:ext cx="9144000" cy="7429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8239" y="1883365"/>
            <a:ext cx="13641133" cy="1372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B7544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497" y="2445004"/>
            <a:ext cx="9096375" cy="509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B7544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3115" y="1684870"/>
            <a:ext cx="8154034" cy="393827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065" marR="5080" algn="ctr">
              <a:lnSpc>
                <a:spcPts val="5930"/>
              </a:lnSpc>
              <a:spcBef>
                <a:spcPts val="1280"/>
              </a:spcBef>
            </a:pPr>
            <a:r>
              <a:rPr lang="en-US" sz="5900" b="1" spc="520" dirty="0">
                <a:solidFill>
                  <a:srgbClr val="434343"/>
                </a:solidFill>
                <a:latin typeface="Trebuchet MS"/>
                <a:cs typeface="Trebuchet MS"/>
              </a:rPr>
              <a:t>Design and implementation of web scrapping using beautiful soup</a:t>
            </a:r>
            <a:endParaRPr sz="59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8270"/>
            <a:chOff x="0" y="0"/>
            <a:chExt cx="1828800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76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352425" y="0"/>
                  </a:moveTo>
                  <a:lnTo>
                    <a:pt x="0" y="0"/>
                  </a:lnTo>
                  <a:lnTo>
                    <a:pt x="0" y="2857500"/>
                  </a:lnTo>
                  <a:lnTo>
                    <a:pt x="352425" y="2857500"/>
                  </a:lnTo>
                  <a:lnTo>
                    <a:pt x="352425" y="0"/>
                  </a:lnTo>
                  <a:close/>
                </a:path>
                <a:path w="18288000" h="10287635">
                  <a:moveTo>
                    <a:pt x="18287988" y="9935007"/>
                  </a:moveTo>
                  <a:lnTo>
                    <a:pt x="0" y="9935007"/>
                  </a:lnTo>
                  <a:lnTo>
                    <a:pt x="0" y="10287432"/>
                  </a:lnTo>
                  <a:lnTo>
                    <a:pt x="18287988" y="10287432"/>
                  </a:lnTo>
                  <a:lnTo>
                    <a:pt x="18287988" y="9935007"/>
                  </a:lnTo>
                  <a:close/>
                </a:path>
                <a:path w="18288000" h="10287635">
                  <a:moveTo>
                    <a:pt x="18287988" y="12"/>
                  </a:moveTo>
                  <a:lnTo>
                    <a:pt x="17957534" y="12"/>
                  </a:lnTo>
                  <a:lnTo>
                    <a:pt x="17957534" y="1419237"/>
                  </a:lnTo>
                  <a:lnTo>
                    <a:pt x="18287988" y="1419237"/>
                  </a:lnTo>
                  <a:lnTo>
                    <a:pt x="18287988" y="12"/>
                  </a:lnTo>
                  <a:close/>
                </a:path>
              </a:pathLst>
            </a:custGeom>
            <a:solidFill>
              <a:srgbClr val="DB75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5681" y="694994"/>
            <a:ext cx="9096375" cy="14763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975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425"/>
              </a:spcBef>
            </a:pPr>
            <a:r>
              <a:rPr sz="3600" spc="310" dirty="0">
                <a:solidFill>
                  <a:srgbClr val="434343"/>
                </a:solidFill>
              </a:rPr>
              <a:t>INTRODUCTION</a:t>
            </a:r>
            <a:r>
              <a:rPr sz="3600" spc="95" dirty="0">
                <a:solidFill>
                  <a:srgbClr val="434343"/>
                </a:solidFill>
              </a:rPr>
              <a:t> </a:t>
            </a:r>
            <a:r>
              <a:rPr sz="3600" spc="150" dirty="0">
                <a:solidFill>
                  <a:srgbClr val="434343"/>
                </a:solidFill>
              </a:rPr>
              <a:t>TO</a:t>
            </a:r>
            <a:r>
              <a:rPr sz="3600" spc="100" dirty="0">
                <a:solidFill>
                  <a:srgbClr val="434343"/>
                </a:solidFill>
              </a:rPr>
              <a:t> </a:t>
            </a:r>
            <a:r>
              <a:rPr sz="3600" spc="340" dirty="0">
                <a:solidFill>
                  <a:srgbClr val="434343"/>
                </a:solidFill>
              </a:rPr>
              <a:t>WEB</a:t>
            </a:r>
            <a:r>
              <a:rPr sz="3600" spc="100" dirty="0">
                <a:solidFill>
                  <a:srgbClr val="434343"/>
                </a:solidFill>
              </a:rPr>
              <a:t> </a:t>
            </a:r>
            <a:r>
              <a:rPr sz="3600" spc="275" dirty="0">
                <a:solidFill>
                  <a:srgbClr val="434343"/>
                </a:solidFill>
              </a:rPr>
              <a:t>SCRAPING</a:t>
            </a:r>
            <a:endParaRPr sz="3600"/>
          </a:p>
        </p:txBody>
      </p:sp>
      <p:grpSp>
        <p:nvGrpSpPr>
          <p:cNvPr id="6" name="object 6"/>
          <p:cNvGrpSpPr/>
          <p:nvPr/>
        </p:nvGrpSpPr>
        <p:grpSpPr>
          <a:xfrm>
            <a:off x="702497" y="2445004"/>
            <a:ext cx="9096375" cy="5095875"/>
            <a:chOff x="702497" y="2445004"/>
            <a:chExt cx="9096375" cy="5095875"/>
          </a:xfrm>
        </p:grpSpPr>
        <p:sp>
          <p:nvSpPr>
            <p:cNvPr id="7" name="object 7"/>
            <p:cNvSpPr/>
            <p:nvPr/>
          </p:nvSpPr>
          <p:spPr>
            <a:xfrm>
              <a:off x="702497" y="2445004"/>
              <a:ext cx="9096375" cy="5095875"/>
            </a:xfrm>
            <a:custGeom>
              <a:avLst/>
              <a:gdLst/>
              <a:ahLst/>
              <a:cxnLst/>
              <a:rect l="l" t="t" r="r" b="b"/>
              <a:pathLst>
                <a:path w="9096375" h="5095875">
                  <a:moveTo>
                    <a:pt x="9096377" y="0"/>
                  </a:moveTo>
                  <a:lnTo>
                    <a:pt x="0" y="0"/>
                  </a:lnTo>
                  <a:lnTo>
                    <a:pt x="0" y="5095875"/>
                  </a:lnTo>
                  <a:lnTo>
                    <a:pt x="9096377" y="5095875"/>
                  </a:lnTo>
                  <a:lnTo>
                    <a:pt x="9096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1636" y="2776893"/>
              <a:ext cx="1882190" cy="3717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38719" y="3232340"/>
              <a:ext cx="850900" cy="316865"/>
            </a:xfrm>
            <a:custGeom>
              <a:avLst/>
              <a:gdLst/>
              <a:ahLst/>
              <a:cxnLst/>
              <a:rect l="l" t="t" r="r" b="b"/>
              <a:pathLst>
                <a:path w="850900" h="316864">
                  <a:moveTo>
                    <a:pt x="103111" y="83972"/>
                  </a:moveTo>
                  <a:lnTo>
                    <a:pt x="62809" y="92485"/>
                  </a:lnTo>
                  <a:lnTo>
                    <a:pt x="29632" y="116951"/>
                  </a:lnTo>
                  <a:lnTo>
                    <a:pt x="7629" y="153967"/>
                  </a:lnTo>
                  <a:lnTo>
                    <a:pt x="0" y="200266"/>
                  </a:lnTo>
                  <a:lnTo>
                    <a:pt x="847" y="216475"/>
                  </a:lnTo>
                  <a:lnTo>
                    <a:pt x="13563" y="259829"/>
                  </a:lnTo>
                  <a:lnTo>
                    <a:pt x="39638" y="292988"/>
                  </a:lnTo>
                  <a:lnTo>
                    <a:pt x="76036" y="312751"/>
                  </a:lnTo>
                  <a:lnTo>
                    <a:pt x="103886" y="316560"/>
                  </a:lnTo>
                  <a:lnTo>
                    <a:pt x="112765" y="316150"/>
                  </a:lnTo>
                  <a:lnTo>
                    <a:pt x="152150" y="302526"/>
                  </a:lnTo>
                  <a:lnTo>
                    <a:pt x="165925" y="292150"/>
                  </a:lnTo>
                  <a:lnTo>
                    <a:pt x="214223" y="292150"/>
                  </a:lnTo>
                  <a:lnTo>
                    <a:pt x="214223" y="270383"/>
                  </a:lnTo>
                  <a:lnTo>
                    <a:pt x="107505" y="270383"/>
                  </a:lnTo>
                  <a:lnTo>
                    <a:pt x="99404" y="269826"/>
                  </a:lnTo>
                  <a:lnTo>
                    <a:pt x="64954" y="250507"/>
                  </a:lnTo>
                  <a:lnTo>
                    <a:pt x="49873" y="219573"/>
                  </a:lnTo>
                  <a:lnTo>
                    <a:pt x="49793" y="219286"/>
                  </a:lnTo>
                  <a:lnTo>
                    <a:pt x="48355" y="210193"/>
                  </a:lnTo>
                  <a:lnTo>
                    <a:pt x="48329" y="210026"/>
                  </a:lnTo>
                  <a:lnTo>
                    <a:pt x="47840" y="200266"/>
                  </a:lnTo>
                  <a:lnTo>
                    <a:pt x="59953" y="156268"/>
                  </a:lnTo>
                  <a:lnTo>
                    <a:pt x="91390" y="132383"/>
                  </a:lnTo>
                  <a:lnTo>
                    <a:pt x="107505" y="130162"/>
                  </a:lnTo>
                  <a:lnTo>
                    <a:pt x="214223" y="130162"/>
                  </a:lnTo>
                  <a:lnTo>
                    <a:pt x="214223" y="106565"/>
                  </a:lnTo>
                  <a:lnTo>
                    <a:pt x="165595" y="106565"/>
                  </a:lnTo>
                  <a:lnTo>
                    <a:pt x="159342" y="101651"/>
                  </a:lnTo>
                  <a:lnTo>
                    <a:pt x="152587" y="97270"/>
                  </a:lnTo>
                  <a:lnTo>
                    <a:pt x="112145" y="84357"/>
                  </a:lnTo>
                  <a:lnTo>
                    <a:pt x="103111" y="83972"/>
                  </a:lnTo>
                  <a:close/>
                </a:path>
                <a:path w="850900" h="316864">
                  <a:moveTo>
                    <a:pt x="214223" y="292150"/>
                  </a:moveTo>
                  <a:lnTo>
                    <a:pt x="165925" y="292150"/>
                  </a:lnTo>
                  <a:lnTo>
                    <a:pt x="166700" y="297065"/>
                  </a:lnTo>
                  <a:lnTo>
                    <a:pt x="168833" y="301421"/>
                  </a:lnTo>
                  <a:lnTo>
                    <a:pt x="174877" y="307993"/>
                  </a:lnTo>
                  <a:lnTo>
                    <a:pt x="176895" y="310146"/>
                  </a:lnTo>
                  <a:lnTo>
                    <a:pt x="182689" y="312559"/>
                  </a:lnTo>
                  <a:lnTo>
                    <a:pt x="196811" y="312559"/>
                  </a:lnTo>
                  <a:lnTo>
                    <a:pt x="202577" y="310146"/>
                  </a:lnTo>
                  <a:lnTo>
                    <a:pt x="211886" y="300443"/>
                  </a:lnTo>
                  <a:lnTo>
                    <a:pt x="214223" y="294627"/>
                  </a:lnTo>
                  <a:lnTo>
                    <a:pt x="214223" y="292150"/>
                  </a:lnTo>
                  <a:close/>
                </a:path>
                <a:path w="850900" h="316864">
                  <a:moveTo>
                    <a:pt x="214223" y="130162"/>
                  </a:moveTo>
                  <a:lnTo>
                    <a:pt x="107505" y="130162"/>
                  </a:lnTo>
                  <a:lnTo>
                    <a:pt x="115984" y="130717"/>
                  </a:lnTo>
                  <a:lnTo>
                    <a:pt x="123953" y="132383"/>
                  </a:lnTo>
                  <a:lnTo>
                    <a:pt x="155332" y="156268"/>
                  </a:lnTo>
                  <a:lnTo>
                    <a:pt x="167259" y="200266"/>
                  </a:lnTo>
                  <a:lnTo>
                    <a:pt x="166785" y="210026"/>
                  </a:lnTo>
                  <a:lnTo>
                    <a:pt x="150394" y="250848"/>
                  </a:lnTo>
                  <a:lnTo>
                    <a:pt x="115984" y="269826"/>
                  </a:lnTo>
                  <a:lnTo>
                    <a:pt x="107505" y="270383"/>
                  </a:lnTo>
                  <a:lnTo>
                    <a:pt x="214223" y="270383"/>
                  </a:lnTo>
                  <a:lnTo>
                    <a:pt x="214223" y="130162"/>
                  </a:lnTo>
                  <a:close/>
                </a:path>
                <a:path w="850900" h="316864">
                  <a:moveTo>
                    <a:pt x="196748" y="0"/>
                  </a:moveTo>
                  <a:lnTo>
                    <a:pt x="182753" y="0"/>
                  </a:lnTo>
                  <a:lnTo>
                    <a:pt x="176898" y="2374"/>
                  </a:lnTo>
                  <a:lnTo>
                    <a:pt x="167843" y="11811"/>
                  </a:lnTo>
                  <a:lnTo>
                    <a:pt x="165595" y="17538"/>
                  </a:lnTo>
                  <a:lnTo>
                    <a:pt x="165595" y="106565"/>
                  </a:lnTo>
                  <a:lnTo>
                    <a:pt x="214223" y="106565"/>
                  </a:lnTo>
                  <a:lnTo>
                    <a:pt x="214223" y="17538"/>
                  </a:lnTo>
                  <a:lnTo>
                    <a:pt x="211927" y="11811"/>
                  </a:lnTo>
                  <a:lnTo>
                    <a:pt x="207200" y="7023"/>
                  </a:lnTo>
                  <a:lnTo>
                    <a:pt x="202552" y="2374"/>
                  </a:lnTo>
                  <a:lnTo>
                    <a:pt x="196748" y="0"/>
                  </a:lnTo>
                  <a:close/>
                </a:path>
                <a:path w="850900" h="316864">
                  <a:moveTo>
                    <a:pt x="348653" y="83972"/>
                  </a:moveTo>
                  <a:lnTo>
                    <a:pt x="308351" y="92485"/>
                  </a:lnTo>
                  <a:lnTo>
                    <a:pt x="275169" y="116903"/>
                  </a:lnTo>
                  <a:lnTo>
                    <a:pt x="253171" y="153686"/>
                  </a:lnTo>
                  <a:lnTo>
                    <a:pt x="245541" y="199872"/>
                  </a:lnTo>
                  <a:lnTo>
                    <a:pt x="246389" y="216041"/>
                  </a:lnTo>
                  <a:lnTo>
                    <a:pt x="259105" y="259346"/>
                  </a:lnTo>
                  <a:lnTo>
                    <a:pt x="285071" y="292702"/>
                  </a:lnTo>
                  <a:lnTo>
                    <a:pt x="321330" y="312702"/>
                  </a:lnTo>
                  <a:lnTo>
                    <a:pt x="349427" y="316560"/>
                  </a:lnTo>
                  <a:lnTo>
                    <a:pt x="358300" y="316162"/>
                  </a:lnTo>
                  <a:lnTo>
                    <a:pt x="397592" y="302915"/>
                  </a:lnTo>
                  <a:lnTo>
                    <a:pt x="411435" y="292702"/>
                  </a:lnTo>
                  <a:lnTo>
                    <a:pt x="459765" y="292702"/>
                  </a:lnTo>
                  <a:lnTo>
                    <a:pt x="459765" y="270383"/>
                  </a:lnTo>
                  <a:lnTo>
                    <a:pt x="353034" y="270383"/>
                  </a:lnTo>
                  <a:lnTo>
                    <a:pt x="344555" y="269814"/>
                  </a:lnTo>
                  <a:lnTo>
                    <a:pt x="310224" y="250507"/>
                  </a:lnTo>
                  <a:lnTo>
                    <a:pt x="293863" y="209842"/>
                  </a:lnTo>
                  <a:lnTo>
                    <a:pt x="293382" y="199872"/>
                  </a:lnTo>
                  <a:lnTo>
                    <a:pt x="293852" y="190126"/>
                  </a:lnTo>
                  <a:lnTo>
                    <a:pt x="293870" y="189754"/>
                  </a:lnTo>
                  <a:lnTo>
                    <a:pt x="310468" y="149398"/>
                  </a:lnTo>
                  <a:lnTo>
                    <a:pt x="344690" y="130717"/>
                  </a:lnTo>
                  <a:lnTo>
                    <a:pt x="353034" y="130162"/>
                  </a:lnTo>
                  <a:lnTo>
                    <a:pt x="459765" y="130162"/>
                  </a:lnTo>
                  <a:lnTo>
                    <a:pt x="459765" y="106527"/>
                  </a:lnTo>
                  <a:lnTo>
                    <a:pt x="411581" y="106527"/>
                  </a:lnTo>
                  <a:lnTo>
                    <a:pt x="405290" y="101624"/>
                  </a:lnTo>
                  <a:lnTo>
                    <a:pt x="398513" y="97256"/>
                  </a:lnTo>
                  <a:lnTo>
                    <a:pt x="357861" y="84357"/>
                  </a:lnTo>
                  <a:lnTo>
                    <a:pt x="348653" y="83972"/>
                  </a:lnTo>
                  <a:close/>
                </a:path>
                <a:path w="850900" h="316864">
                  <a:moveTo>
                    <a:pt x="459765" y="292702"/>
                  </a:moveTo>
                  <a:lnTo>
                    <a:pt x="411560" y="292702"/>
                  </a:lnTo>
                  <a:lnTo>
                    <a:pt x="412369" y="297345"/>
                  </a:lnTo>
                  <a:lnTo>
                    <a:pt x="414489" y="301548"/>
                  </a:lnTo>
                  <a:lnTo>
                    <a:pt x="422457" y="310222"/>
                  </a:lnTo>
                  <a:lnTo>
                    <a:pt x="422608" y="310222"/>
                  </a:lnTo>
                  <a:lnTo>
                    <a:pt x="428231" y="312559"/>
                  </a:lnTo>
                  <a:lnTo>
                    <a:pt x="442353" y="312559"/>
                  </a:lnTo>
                  <a:lnTo>
                    <a:pt x="447937" y="310222"/>
                  </a:lnTo>
                  <a:lnTo>
                    <a:pt x="450293" y="307880"/>
                  </a:lnTo>
                  <a:lnTo>
                    <a:pt x="457428" y="300443"/>
                  </a:lnTo>
                  <a:lnTo>
                    <a:pt x="459765" y="294627"/>
                  </a:lnTo>
                  <a:lnTo>
                    <a:pt x="459765" y="292702"/>
                  </a:lnTo>
                  <a:close/>
                </a:path>
                <a:path w="850900" h="316864">
                  <a:moveTo>
                    <a:pt x="459765" y="130162"/>
                  </a:moveTo>
                  <a:lnTo>
                    <a:pt x="353034" y="130162"/>
                  </a:lnTo>
                  <a:lnTo>
                    <a:pt x="361521" y="130717"/>
                  </a:lnTo>
                  <a:lnTo>
                    <a:pt x="369493" y="132383"/>
                  </a:lnTo>
                  <a:lnTo>
                    <a:pt x="400867" y="156381"/>
                  </a:lnTo>
                  <a:lnTo>
                    <a:pt x="412261" y="189754"/>
                  </a:lnTo>
                  <a:lnTo>
                    <a:pt x="412319" y="190126"/>
                  </a:lnTo>
                  <a:lnTo>
                    <a:pt x="408391" y="228054"/>
                  </a:lnTo>
                  <a:lnTo>
                    <a:pt x="383895" y="261289"/>
                  </a:lnTo>
                  <a:lnTo>
                    <a:pt x="353034" y="270383"/>
                  </a:lnTo>
                  <a:lnTo>
                    <a:pt x="459765" y="270383"/>
                  </a:lnTo>
                  <a:lnTo>
                    <a:pt x="459765" y="130162"/>
                  </a:lnTo>
                  <a:close/>
                </a:path>
                <a:path w="850900" h="316864">
                  <a:moveTo>
                    <a:pt x="442290" y="87198"/>
                  </a:moveTo>
                  <a:lnTo>
                    <a:pt x="428294" y="87198"/>
                  </a:lnTo>
                  <a:lnTo>
                    <a:pt x="422427" y="89573"/>
                  </a:lnTo>
                  <a:lnTo>
                    <a:pt x="414540" y="97815"/>
                  </a:lnTo>
                  <a:lnTo>
                    <a:pt x="412432" y="101879"/>
                  </a:lnTo>
                  <a:lnTo>
                    <a:pt x="411581" y="106527"/>
                  </a:lnTo>
                  <a:lnTo>
                    <a:pt x="459765" y="106527"/>
                  </a:lnTo>
                  <a:lnTo>
                    <a:pt x="459765" y="104673"/>
                  </a:lnTo>
                  <a:lnTo>
                    <a:pt x="457510" y="99110"/>
                  </a:lnTo>
                  <a:lnTo>
                    <a:pt x="457428" y="98907"/>
                  </a:lnTo>
                  <a:lnTo>
                    <a:pt x="448094" y="89573"/>
                  </a:lnTo>
                  <a:lnTo>
                    <a:pt x="442290" y="87198"/>
                  </a:lnTo>
                  <a:close/>
                </a:path>
                <a:path w="850900" h="316864">
                  <a:moveTo>
                    <a:pt x="568502" y="136601"/>
                  </a:moveTo>
                  <a:lnTo>
                    <a:pt x="519874" y="136601"/>
                  </a:lnTo>
                  <a:lnTo>
                    <a:pt x="519874" y="255041"/>
                  </a:lnTo>
                  <a:lnTo>
                    <a:pt x="520150" y="261683"/>
                  </a:lnTo>
                  <a:lnTo>
                    <a:pt x="520223" y="263436"/>
                  </a:lnTo>
                  <a:lnTo>
                    <a:pt x="520278" y="264778"/>
                  </a:lnTo>
                  <a:lnTo>
                    <a:pt x="521490" y="273475"/>
                  </a:lnTo>
                  <a:lnTo>
                    <a:pt x="523441" y="280885"/>
                  </a:lnTo>
                  <a:lnTo>
                    <a:pt x="523507" y="281133"/>
                  </a:lnTo>
                  <a:lnTo>
                    <a:pt x="555586" y="311099"/>
                  </a:lnTo>
                  <a:lnTo>
                    <a:pt x="573036" y="312559"/>
                  </a:lnTo>
                  <a:lnTo>
                    <a:pt x="585470" y="312559"/>
                  </a:lnTo>
                  <a:lnTo>
                    <a:pt x="593496" y="310311"/>
                  </a:lnTo>
                  <a:lnTo>
                    <a:pt x="608736" y="301269"/>
                  </a:lnTo>
                  <a:lnTo>
                    <a:pt x="612546" y="295021"/>
                  </a:lnTo>
                  <a:lnTo>
                    <a:pt x="612546" y="280885"/>
                  </a:lnTo>
                  <a:lnTo>
                    <a:pt x="610616" y="275717"/>
                  </a:lnTo>
                  <a:lnTo>
                    <a:pt x="606780" y="271551"/>
                  </a:lnTo>
                  <a:lnTo>
                    <a:pt x="603552" y="267931"/>
                  </a:lnTo>
                  <a:lnTo>
                    <a:pt x="577557" y="267931"/>
                  </a:lnTo>
                  <a:lnTo>
                    <a:pt x="575767" y="267614"/>
                  </a:lnTo>
                  <a:lnTo>
                    <a:pt x="568502" y="258368"/>
                  </a:lnTo>
                  <a:lnTo>
                    <a:pt x="568502" y="136601"/>
                  </a:lnTo>
                  <a:close/>
                </a:path>
                <a:path w="850900" h="316864">
                  <a:moveTo>
                    <a:pt x="598551" y="265201"/>
                  </a:moveTo>
                  <a:lnTo>
                    <a:pt x="589495" y="265201"/>
                  </a:lnTo>
                  <a:lnTo>
                    <a:pt x="586536" y="265658"/>
                  </a:lnTo>
                  <a:lnTo>
                    <a:pt x="582561" y="267474"/>
                  </a:lnTo>
                  <a:lnTo>
                    <a:pt x="580872" y="267931"/>
                  </a:lnTo>
                  <a:lnTo>
                    <a:pt x="603552" y="267931"/>
                  </a:lnTo>
                  <a:lnTo>
                    <a:pt x="603008" y="267322"/>
                  </a:lnTo>
                  <a:lnTo>
                    <a:pt x="598551" y="265201"/>
                  </a:lnTo>
                  <a:close/>
                </a:path>
                <a:path w="850900" h="316864">
                  <a:moveTo>
                    <a:pt x="603199" y="90424"/>
                  </a:moveTo>
                  <a:lnTo>
                    <a:pt x="496404" y="90424"/>
                  </a:lnTo>
                  <a:lnTo>
                    <a:pt x="490914" y="92722"/>
                  </a:lnTo>
                  <a:lnTo>
                    <a:pt x="481825" y="101422"/>
                  </a:lnTo>
                  <a:lnTo>
                    <a:pt x="479552" y="106756"/>
                  </a:lnTo>
                  <a:lnTo>
                    <a:pt x="479552" y="119646"/>
                  </a:lnTo>
                  <a:lnTo>
                    <a:pt x="481825" y="125209"/>
                  </a:lnTo>
                  <a:lnTo>
                    <a:pt x="491094" y="134391"/>
                  </a:lnTo>
                  <a:lnTo>
                    <a:pt x="496341" y="136601"/>
                  </a:lnTo>
                  <a:lnTo>
                    <a:pt x="603135" y="136601"/>
                  </a:lnTo>
                  <a:lnTo>
                    <a:pt x="608609" y="134391"/>
                  </a:lnTo>
                  <a:lnTo>
                    <a:pt x="617461" y="125539"/>
                  </a:lnTo>
                  <a:lnTo>
                    <a:pt x="619671" y="120040"/>
                  </a:lnTo>
                  <a:lnTo>
                    <a:pt x="619671" y="107276"/>
                  </a:lnTo>
                  <a:lnTo>
                    <a:pt x="617461" y="101904"/>
                  </a:lnTo>
                  <a:lnTo>
                    <a:pt x="613029" y="97345"/>
                  </a:lnTo>
                  <a:lnTo>
                    <a:pt x="608672" y="92722"/>
                  </a:lnTo>
                  <a:lnTo>
                    <a:pt x="603199" y="90424"/>
                  </a:lnTo>
                  <a:close/>
                </a:path>
                <a:path w="850900" h="316864">
                  <a:moveTo>
                    <a:pt x="551484" y="36029"/>
                  </a:moveTo>
                  <a:lnTo>
                    <a:pt x="537883" y="36029"/>
                  </a:lnTo>
                  <a:lnTo>
                    <a:pt x="532012" y="38404"/>
                  </a:lnTo>
                  <a:lnTo>
                    <a:pt x="522325" y="47586"/>
                  </a:lnTo>
                  <a:lnTo>
                    <a:pt x="519874" y="53340"/>
                  </a:lnTo>
                  <a:lnTo>
                    <a:pt x="519874" y="90424"/>
                  </a:lnTo>
                  <a:lnTo>
                    <a:pt x="568502" y="90424"/>
                  </a:lnTo>
                  <a:lnTo>
                    <a:pt x="568421" y="53340"/>
                  </a:lnTo>
                  <a:lnTo>
                    <a:pt x="566229" y="47840"/>
                  </a:lnTo>
                  <a:lnTo>
                    <a:pt x="561670" y="43154"/>
                  </a:lnTo>
                  <a:lnTo>
                    <a:pt x="557174" y="38404"/>
                  </a:lnTo>
                  <a:lnTo>
                    <a:pt x="551484" y="36029"/>
                  </a:lnTo>
                  <a:close/>
                </a:path>
                <a:path w="850900" h="316864">
                  <a:moveTo>
                    <a:pt x="739355" y="83972"/>
                  </a:moveTo>
                  <a:lnTo>
                    <a:pt x="699054" y="92485"/>
                  </a:lnTo>
                  <a:lnTo>
                    <a:pt x="665867" y="116903"/>
                  </a:lnTo>
                  <a:lnTo>
                    <a:pt x="643866" y="153686"/>
                  </a:lnTo>
                  <a:lnTo>
                    <a:pt x="636231" y="199872"/>
                  </a:lnTo>
                  <a:lnTo>
                    <a:pt x="637079" y="216041"/>
                  </a:lnTo>
                  <a:lnTo>
                    <a:pt x="649808" y="259346"/>
                  </a:lnTo>
                  <a:lnTo>
                    <a:pt x="675768" y="292702"/>
                  </a:lnTo>
                  <a:lnTo>
                    <a:pt x="712033" y="312702"/>
                  </a:lnTo>
                  <a:lnTo>
                    <a:pt x="740130" y="316560"/>
                  </a:lnTo>
                  <a:lnTo>
                    <a:pt x="749008" y="316162"/>
                  </a:lnTo>
                  <a:lnTo>
                    <a:pt x="788295" y="302915"/>
                  </a:lnTo>
                  <a:lnTo>
                    <a:pt x="802138" y="292702"/>
                  </a:lnTo>
                  <a:lnTo>
                    <a:pt x="850468" y="292702"/>
                  </a:lnTo>
                  <a:lnTo>
                    <a:pt x="850468" y="270383"/>
                  </a:lnTo>
                  <a:lnTo>
                    <a:pt x="743737" y="270383"/>
                  </a:lnTo>
                  <a:lnTo>
                    <a:pt x="735257" y="269814"/>
                  </a:lnTo>
                  <a:lnTo>
                    <a:pt x="700927" y="250507"/>
                  </a:lnTo>
                  <a:lnTo>
                    <a:pt x="684566" y="209842"/>
                  </a:lnTo>
                  <a:lnTo>
                    <a:pt x="684085" y="199872"/>
                  </a:lnTo>
                  <a:lnTo>
                    <a:pt x="684555" y="190126"/>
                  </a:lnTo>
                  <a:lnTo>
                    <a:pt x="684573" y="189754"/>
                  </a:lnTo>
                  <a:lnTo>
                    <a:pt x="685946" y="180889"/>
                  </a:lnTo>
                  <a:lnTo>
                    <a:pt x="686038" y="180297"/>
                  </a:lnTo>
                  <a:lnTo>
                    <a:pt x="706835" y="143734"/>
                  </a:lnTo>
                  <a:lnTo>
                    <a:pt x="743737" y="130162"/>
                  </a:lnTo>
                  <a:lnTo>
                    <a:pt x="850468" y="130162"/>
                  </a:lnTo>
                  <a:lnTo>
                    <a:pt x="850468" y="106527"/>
                  </a:lnTo>
                  <a:lnTo>
                    <a:pt x="802284" y="106527"/>
                  </a:lnTo>
                  <a:lnTo>
                    <a:pt x="795993" y="101624"/>
                  </a:lnTo>
                  <a:lnTo>
                    <a:pt x="789216" y="97256"/>
                  </a:lnTo>
                  <a:lnTo>
                    <a:pt x="748564" y="84357"/>
                  </a:lnTo>
                  <a:lnTo>
                    <a:pt x="739355" y="83972"/>
                  </a:lnTo>
                  <a:close/>
                </a:path>
                <a:path w="850900" h="316864">
                  <a:moveTo>
                    <a:pt x="850468" y="292702"/>
                  </a:moveTo>
                  <a:lnTo>
                    <a:pt x="802262" y="292702"/>
                  </a:lnTo>
                  <a:lnTo>
                    <a:pt x="803071" y="297345"/>
                  </a:lnTo>
                  <a:lnTo>
                    <a:pt x="805192" y="301548"/>
                  </a:lnTo>
                  <a:lnTo>
                    <a:pt x="813160" y="310222"/>
                  </a:lnTo>
                  <a:lnTo>
                    <a:pt x="813311" y="310222"/>
                  </a:lnTo>
                  <a:lnTo>
                    <a:pt x="818934" y="312559"/>
                  </a:lnTo>
                  <a:lnTo>
                    <a:pt x="833056" y="312559"/>
                  </a:lnTo>
                  <a:lnTo>
                    <a:pt x="838640" y="310222"/>
                  </a:lnTo>
                  <a:lnTo>
                    <a:pt x="840996" y="307880"/>
                  </a:lnTo>
                  <a:lnTo>
                    <a:pt x="848131" y="300443"/>
                  </a:lnTo>
                  <a:lnTo>
                    <a:pt x="850468" y="294627"/>
                  </a:lnTo>
                  <a:lnTo>
                    <a:pt x="850468" y="292702"/>
                  </a:lnTo>
                  <a:close/>
                </a:path>
                <a:path w="850900" h="316864">
                  <a:moveTo>
                    <a:pt x="850468" y="130162"/>
                  </a:moveTo>
                  <a:lnTo>
                    <a:pt x="743737" y="130162"/>
                  </a:lnTo>
                  <a:lnTo>
                    <a:pt x="752224" y="130717"/>
                  </a:lnTo>
                  <a:lnTo>
                    <a:pt x="760196" y="132383"/>
                  </a:lnTo>
                  <a:lnTo>
                    <a:pt x="791571" y="156381"/>
                  </a:lnTo>
                  <a:lnTo>
                    <a:pt x="803503" y="199872"/>
                  </a:lnTo>
                  <a:lnTo>
                    <a:pt x="803009" y="209842"/>
                  </a:lnTo>
                  <a:lnTo>
                    <a:pt x="786560" y="250507"/>
                  </a:lnTo>
                  <a:lnTo>
                    <a:pt x="752224" y="269814"/>
                  </a:lnTo>
                  <a:lnTo>
                    <a:pt x="743737" y="270383"/>
                  </a:lnTo>
                  <a:lnTo>
                    <a:pt x="850468" y="270383"/>
                  </a:lnTo>
                  <a:lnTo>
                    <a:pt x="850468" y="130162"/>
                  </a:lnTo>
                  <a:close/>
                </a:path>
                <a:path w="850900" h="316864">
                  <a:moveTo>
                    <a:pt x="832993" y="87198"/>
                  </a:moveTo>
                  <a:lnTo>
                    <a:pt x="818997" y="87198"/>
                  </a:lnTo>
                  <a:lnTo>
                    <a:pt x="813142" y="89573"/>
                  </a:lnTo>
                  <a:lnTo>
                    <a:pt x="805230" y="97815"/>
                  </a:lnTo>
                  <a:lnTo>
                    <a:pt x="803135" y="101879"/>
                  </a:lnTo>
                  <a:lnTo>
                    <a:pt x="802284" y="106527"/>
                  </a:lnTo>
                  <a:lnTo>
                    <a:pt x="850468" y="106527"/>
                  </a:lnTo>
                  <a:lnTo>
                    <a:pt x="850468" y="104673"/>
                  </a:lnTo>
                  <a:lnTo>
                    <a:pt x="848213" y="99110"/>
                  </a:lnTo>
                  <a:lnTo>
                    <a:pt x="848131" y="98907"/>
                  </a:lnTo>
                  <a:lnTo>
                    <a:pt x="838796" y="89573"/>
                  </a:lnTo>
                  <a:lnTo>
                    <a:pt x="832993" y="87198"/>
                  </a:lnTo>
                  <a:close/>
                </a:path>
              </a:pathLst>
            </a:custGeom>
            <a:solidFill>
              <a:srgbClr val="B754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4515" y="3718115"/>
              <a:ext cx="1780197" cy="3925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67054" y="4670615"/>
              <a:ext cx="2018436" cy="3925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0587" y="5156390"/>
              <a:ext cx="2603550" cy="392531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563245">
              <a:lnSpc>
                <a:spcPts val="3765"/>
              </a:lnSpc>
              <a:spcBef>
                <a:spcPts val="1760"/>
              </a:spcBef>
            </a:pPr>
            <a:r>
              <a:rPr spc="145" dirty="0"/>
              <a:t>Web</a:t>
            </a:r>
            <a:r>
              <a:rPr spc="-100" dirty="0"/>
              <a:t> </a:t>
            </a:r>
            <a:r>
              <a:rPr spc="130" dirty="0"/>
              <a:t>scraping</a:t>
            </a:r>
            <a:r>
              <a:rPr spc="-95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spc="80" dirty="0"/>
              <a:t>the</a:t>
            </a:r>
            <a:r>
              <a:rPr spc="-95" dirty="0"/>
              <a:t> </a:t>
            </a:r>
            <a:r>
              <a:rPr spc="125" dirty="0"/>
              <a:t>process</a:t>
            </a:r>
            <a:r>
              <a:rPr spc="-100" dirty="0"/>
              <a:t> </a:t>
            </a:r>
            <a:r>
              <a:rPr spc="180" dirty="0"/>
              <a:t>of</a:t>
            </a:r>
          </a:p>
          <a:p>
            <a:pPr marL="857885" marR="798195" indent="751205">
              <a:lnSpc>
                <a:spcPts val="3820"/>
              </a:lnSpc>
              <a:spcBef>
                <a:spcPts val="80"/>
              </a:spcBef>
              <a:tabLst>
                <a:tab pos="5574665" algn="l"/>
              </a:tabLst>
            </a:pPr>
            <a:r>
              <a:rPr spc="165" dirty="0"/>
              <a:t>from</a:t>
            </a:r>
            <a:r>
              <a:rPr spc="-40" dirty="0"/>
              <a:t> </a:t>
            </a:r>
            <a:r>
              <a:rPr dirty="0"/>
              <a:t>websites.</a:t>
            </a:r>
            <a:r>
              <a:rPr spc="-35" dirty="0"/>
              <a:t> </a:t>
            </a:r>
            <a:r>
              <a:rPr spc="-145" dirty="0"/>
              <a:t>It</a:t>
            </a:r>
            <a:r>
              <a:rPr spc="-40" dirty="0"/>
              <a:t> </a:t>
            </a:r>
            <a:r>
              <a:rPr spc="70" dirty="0"/>
              <a:t>involves</a:t>
            </a:r>
            <a:r>
              <a:rPr spc="-35" dirty="0"/>
              <a:t> </a:t>
            </a:r>
            <a:r>
              <a:rPr spc="95" dirty="0"/>
              <a:t>fetching</a:t>
            </a:r>
            <a:r>
              <a:rPr spc="-40" dirty="0"/>
              <a:t> </a:t>
            </a:r>
            <a:r>
              <a:rPr spc="229" dirty="0"/>
              <a:t>a </a:t>
            </a:r>
            <a:r>
              <a:rPr spc="120" dirty="0"/>
              <a:t>web</a:t>
            </a:r>
            <a:r>
              <a:rPr spc="-114" dirty="0"/>
              <a:t> </a:t>
            </a:r>
            <a:r>
              <a:rPr spc="190" dirty="0"/>
              <a:t>page</a:t>
            </a:r>
            <a:r>
              <a:rPr spc="-114" dirty="0"/>
              <a:t> </a:t>
            </a:r>
            <a:r>
              <a:rPr spc="150" dirty="0"/>
              <a:t>and</a:t>
            </a:r>
            <a:r>
              <a:rPr dirty="0"/>
              <a:t>	</a:t>
            </a:r>
            <a:r>
              <a:rPr spc="60" dirty="0"/>
              <a:t>its</a:t>
            </a:r>
            <a:r>
              <a:rPr spc="-110" dirty="0"/>
              <a:t> </a:t>
            </a:r>
            <a:r>
              <a:rPr spc="110" dirty="0"/>
              <a:t>content</a:t>
            </a:r>
            <a:r>
              <a:rPr spc="-110" dirty="0"/>
              <a:t> </a:t>
            </a:r>
            <a:r>
              <a:rPr spc="105" dirty="0"/>
              <a:t>to</a:t>
            </a:r>
          </a:p>
          <a:p>
            <a:pPr marL="1582420">
              <a:lnSpc>
                <a:spcPts val="3604"/>
              </a:lnSpc>
            </a:pPr>
            <a:r>
              <a:rPr spc="140" dirty="0"/>
              <a:t>gather</a:t>
            </a:r>
            <a:r>
              <a:rPr spc="-95" dirty="0"/>
              <a:t> </a:t>
            </a:r>
            <a:r>
              <a:rPr spc="80" dirty="0"/>
              <a:t>useful</a:t>
            </a:r>
            <a:r>
              <a:rPr spc="-95" dirty="0"/>
              <a:t> </a:t>
            </a:r>
            <a:r>
              <a:rPr spc="75" dirty="0"/>
              <a:t>information.</a:t>
            </a:r>
            <a:r>
              <a:rPr spc="-95" dirty="0"/>
              <a:t> </a:t>
            </a:r>
            <a:r>
              <a:rPr spc="-20" dirty="0"/>
              <a:t>This</a:t>
            </a:r>
          </a:p>
          <a:p>
            <a:pPr marL="524510">
              <a:lnSpc>
                <a:spcPts val="3765"/>
              </a:lnSpc>
            </a:pPr>
            <a:r>
              <a:rPr spc="105" dirty="0"/>
              <a:t>presentation</a:t>
            </a:r>
            <a:r>
              <a:rPr spc="-75" dirty="0"/>
              <a:t> </a:t>
            </a:r>
            <a:r>
              <a:rPr dirty="0"/>
              <a:t>will</a:t>
            </a:r>
            <a:r>
              <a:rPr spc="-75" dirty="0"/>
              <a:t> </a:t>
            </a:r>
            <a:r>
              <a:rPr spc="140" dirty="0"/>
              <a:t>cover</a:t>
            </a:r>
            <a:r>
              <a:rPr spc="-70" dirty="0"/>
              <a:t> </a:t>
            </a:r>
            <a:r>
              <a:rPr spc="100" dirty="0"/>
              <a:t>various</a:t>
            </a:r>
          </a:p>
          <a:p>
            <a:pPr marL="2563495" marR="624205" indent="-2120265">
              <a:lnSpc>
                <a:spcPts val="3750"/>
              </a:lnSpc>
              <a:spcBef>
                <a:spcPts val="195"/>
              </a:spcBef>
              <a:tabLst>
                <a:tab pos="4021454" algn="l"/>
              </a:tabLst>
            </a:pPr>
            <a:r>
              <a:rPr spc="150" dirty="0"/>
              <a:t>and</a:t>
            </a:r>
            <a:r>
              <a:rPr dirty="0"/>
              <a:t>		</a:t>
            </a:r>
            <a:r>
              <a:rPr spc="130" dirty="0"/>
              <a:t>to</a:t>
            </a:r>
            <a:r>
              <a:rPr spc="-114" dirty="0"/>
              <a:t> </a:t>
            </a:r>
            <a:r>
              <a:rPr spc="95" dirty="0"/>
              <a:t>help</a:t>
            </a:r>
            <a:r>
              <a:rPr spc="-114" dirty="0"/>
              <a:t> </a:t>
            </a:r>
            <a:r>
              <a:rPr spc="150" dirty="0"/>
              <a:t>you</a:t>
            </a:r>
            <a:r>
              <a:rPr spc="-114" dirty="0"/>
              <a:t> </a:t>
            </a:r>
            <a:r>
              <a:rPr spc="145" dirty="0"/>
              <a:t>master</a:t>
            </a:r>
            <a:r>
              <a:rPr spc="-114" dirty="0"/>
              <a:t> </a:t>
            </a:r>
            <a:r>
              <a:rPr spc="95" dirty="0"/>
              <a:t>web </a:t>
            </a:r>
            <a:r>
              <a:rPr spc="130" dirty="0"/>
              <a:t>scraping</a:t>
            </a:r>
            <a:r>
              <a:rPr spc="-125" dirty="0"/>
              <a:t> </a:t>
            </a:r>
            <a:r>
              <a:rPr spc="125" dirty="0"/>
              <a:t>e</a:t>
            </a:r>
            <a:r>
              <a:rPr spc="235" dirty="0"/>
              <a:t>  </a:t>
            </a:r>
            <a:r>
              <a:rPr spc="40" dirty="0"/>
              <a:t>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98751" y="3851783"/>
            <a:ext cx="2413127" cy="3434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728947" y="4270883"/>
            <a:ext cx="744220" cy="277495"/>
          </a:xfrm>
          <a:custGeom>
            <a:avLst/>
            <a:gdLst/>
            <a:ahLst/>
            <a:cxnLst/>
            <a:rect l="l" t="t" r="r" b="b"/>
            <a:pathLst>
              <a:path w="744219" h="277495">
                <a:moveTo>
                  <a:pt x="90170" y="73482"/>
                </a:moveTo>
                <a:lnTo>
                  <a:pt x="44323" y="86715"/>
                </a:lnTo>
                <a:lnTo>
                  <a:pt x="11811" y="122859"/>
                </a:lnTo>
                <a:lnTo>
                  <a:pt x="738" y="160903"/>
                </a:lnTo>
                <a:lnTo>
                  <a:pt x="0" y="175234"/>
                </a:lnTo>
                <a:lnTo>
                  <a:pt x="738" y="189414"/>
                </a:lnTo>
                <a:lnTo>
                  <a:pt x="11811" y="227342"/>
                </a:lnTo>
                <a:lnTo>
                  <a:pt x="43409" y="262890"/>
                </a:lnTo>
                <a:lnTo>
                  <a:pt x="66853" y="273766"/>
                </a:lnTo>
                <a:lnTo>
                  <a:pt x="67082" y="273766"/>
                </a:lnTo>
                <a:lnTo>
                  <a:pt x="78454" y="276153"/>
                </a:lnTo>
                <a:lnTo>
                  <a:pt x="90932" y="276987"/>
                </a:lnTo>
                <a:lnTo>
                  <a:pt x="98696" y="276629"/>
                </a:lnTo>
                <a:lnTo>
                  <a:pt x="106187" y="275556"/>
                </a:lnTo>
                <a:lnTo>
                  <a:pt x="144018" y="256654"/>
                </a:lnTo>
                <a:lnTo>
                  <a:pt x="145161" y="255625"/>
                </a:lnTo>
                <a:lnTo>
                  <a:pt x="187452" y="255625"/>
                </a:lnTo>
                <a:lnTo>
                  <a:pt x="187452" y="236575"/>
                </a:lnTo>
                <a:lnTo>
                  <a:pt x="93980" y="236575"/>
                </a:lnTo>
                <a:lnTo>
                  <a:pt x="86913" y="236089"/>
                </a:lnTo>
                <a:lnTo>
                  <a:pt x="52452" y="213344"/>
                </a:lnTo>
                <a:lnTo>
                  <a:pt x="43569" y="192128"/>
                </a:lnTo>
                <a:lnTo>
                  <a:pt x="43497" y="191871"/>
                </a:lnTo>
                <a:lnTo>
                  <a:pt x="42235" y="183921"/>
                </a:lnTo>
                <a:lnTo>
                  <a:pt x="42211" y="183770"/>
                </a:lnTo>
                <a:lnTo>
                  <a:pt x="41783" y="175234"/>
                </a:lnTo>
                <a:lnTo>
                  <a:pt x="52452" y="136737"/>
                </a:lnTo>
                <a:lnTo>
                  <a:pt x="86742" y="114379"/>
                </a:lnTo>
                <a:lnTo>
                  <a:pt x="93980" y="113893"/>
                </a:lnTo>
                <a:lnTo>
                  <a:pt x="187452" y="113893"/>
                </a:lnTo>
                <a:lnTo>
                  <a:pt x="187452" y="93243"/>
                </a:lnTo>
                <a:lnTo>
                  <a:pt x="144907" y="93243"/>
                </a:lnTo>
                <a:lnTo>
                  <a:pt x="139434" y="88943"/>
                </a:lnTo>
                <a:lnTo>
                  <a:pt x="133508" y="85110"/>
                </a:lnTo>
                <a:lnTo>
                  <a:pt x="98125" y="73817"/>
                </a:lnTo>
                <a:lnTo>
                  <a:pt x="90170" y="73482"/>
                </a:lnTo>
                <a:close/>
              </a:path>
              <a:path w="744219" h="277495">
                <a:moveTo>
                  <a:pt x="187452" y="255625"/>
                </a:moveTo>
                <a:lnTo>
                  <a:pt x="145161" y="255625"/>
                </a:lnTo>
                <a:lnTo>
                  <a:pt x="145796" y="259918"/>
                </a:lnTo>
                <a:lnTo>
                  <a:pt x="147701" y="263740"/>
                </a:lnTo>
                <a:lnTo>
                  <a:pt x="152972" y="269491"/>
                </a:lnTo>
                <a:lnTo>
                  <a:pt x="154747" y="271373"/>
                </a:lnTo>
                <a:lnTo>
                  <a:pt x="159893" y="273481"/>
                </a:lnTo>
                <a:lnTo>
                  <a:pt x="172212" y="273481"/>
                </a:lnTo>
                <a:lnTo>
                  <a:pt x="177165" y="271373"/>
                </a:lnTo>
                <a:lnTo>
                  <a:pt x="181229" y="267157"/>
                </a:lnTo>
                <a:lnTo>
                  <a:pt x="185420" y="262890"/>
                </a:lnTo>
                <a:lnTo>
                  <a:pt x="187452" y="257797"/>
                </a:lnTo>
                <a:lnTo>
                  <a:pt x="187452" y="255625"/>
                </a:lnTo>
                <a:close/>
              </a:path>
              <a:path w="744219" h="277495">
                <a:moveTo>
                  <a:pt x="187452" y="113893"/>
                </a:moveTo>
                <a:lnTo>
                  <a:pt x="93980" y="113893"/>
                </a:lnTo>
                <a:lnTo>
                  <a:pt x="101457" y="114379"/>
                </a:lnTo>
                <a:lnTo>
                  <a:pt x="108458" y="115836"/>
                </a:lnTo>
                <a:lnTo>
                  <a:pt x="139573" y="143281"/>
                </a:lnTo>
                <a:lnTo>
                  <a:pt x="146304" y="175234"/>
                </a:lnTo>
                <a:lnTo>
                  <a:pt x="145884" y="183770"/>
                </a:lnTo>
                <a:lnTo>
                  <a:pt x="145877" y="183921"/>
                </a:lnTo>
                <a:lnTo>
                  <a:pt x="144645" y="191871"/>
                </a:lnTo>
                <a:lnTo>
                  <a:pt x="144605" y="192128"/>
                </a:lnTo>
                <a:lnTo>
                  <a:pt x="142587" y="199534"/>
                </a:lnTo>
                <a:lnTo>
                  <a:pt x="142499" y="199855"/>
                </a:lnTo>
                <a:lnTo>
                  <a:pt x="114982" y="232203"/>
                </a:lnTo>
                <a:lnTo>
                  <a:pt x="93980" y="236575"/>
                </a:lnTo>
                <a:lnTo>
                  <a:pt x="187452" y="236575"/>
                </a:lnTo>
                <a:lnTo>
                  <a:pt x="187452" y="113893"/>
                </a:lnTo>
                <a:close/>
              </a:path>
              <a:path w="744219" h="277495">
                <a:moveTo>
                  <a:pt x="172085" y="0"/>
                </a:moveTo>
                <a:lnTo>
                  <a:pt x="159893" y="0"/>
                </a:lnTo>
                <a:lnTo>
                  <a:pt x="154813" y="2082"/>
                </a:lnTo>
                <a:lnTo>
                  <a:pt x="150749" y="6235"/>
                </a:lnTo>
                <a:lnTo>
                  <a:pt x="146812" y="10337"/>
                </a:lnTo>
                <a:lnTo>
                  <a:pt x="144907" y="15354"/>
                </a:lnTo>
                <a:lnTo>
                  <a:pt x="144907" y="93243"/>
                </a:lnTo>
                <a:lnTo>
                  <a:pt x="187452" y="93243"/>
                </a:lnTo>
                <a:lnTo>
                  <a:pt x="187452" y="15354"/>
                </a:lnTo>
                <a:lnTo>
                  <a:pt x="185455" y="10337"/>
                </a:lnTo>
                <a:lnTo>
                  <a:pt x="181319" y="6235"/>
                </a:lnTo>
                <a:lnTo>
                  <a:pt x="177202" y="2082"/>
                </a:lnTo>
                <a:lnTo>
                  <a:pt x="172085" y="0"/>
                </a:lnTo>
                <a:close/>
              </a:path>
              <a:path w="744219" h="277495">
                <a:moveTo>
                  <a:pt x="305054" y="73482"/>
                </a:moveTo>
                <a:lnTo>
                  <a:pt x="259207" y="86715"/>
                </a:lnTo>
                <a:lnTo>
                  <a:pt x="226695" y="122694"/>
                </a:lnTo>
                <a:lnTo>
                  <a:pt x="215515" y="160578"/>
                </a:lnTo>
                <a:lnTo>
                  <a:pt x="214757" y="174891"/>
                </a:lnTo>
                <a:lnTo>
                  <a:pt x="215515" y="189036"/>
                </a:lnTo>
                <a:lnTo>
                  <a:pt x="226695" y="226923"/>
                </a:lnTo>
                <a:lnTo>
                  <a:pt x="259207" y="263486"/>
                </a:lnTo>
                <a:lnTo>
                  <a:pt x="305689" y="276987"/>
                </a:lnTo>
                <a:lnTo>
                  <a:pt x="313453" y="276639"/>
                </a:lnTo>
                <a:lnTo>
                  <a:pt x="353566" y="261291"/>
                </a:lnTo>
                <a:lnTo>
                  <a:pt x="359156" y="256794"/>
                </a:lnTo>
                <a:lnTo>
                  <a:pt x="359664" y="256413"/>
                </a:lnTo>
                <a:lnTo>
                  <a:pt x="359959" y="256107"/>
                </a:lnTo>
                <a:lnTo>
                  <a:pt x="402209" y="256107"/>
                </a:lnTo>
                <a:lnTo>
                  <a:pt x="402209" y="236575"/>
                </a:lnTo>
                <a:lnTo>
                  <a:pt x="308864" y="236575"/>
                </a:lnTo>
                <a:lnTo>
                  <a:pt x="301460" y="236078"/>
                </a:lnTo>
                <a:lnTo>
                  <a:pt x="267116" y="213344"/>
                </a:lnTo>
                <a:lnTo>
                  <a:pt x="256667" y="174891"/>
                </a:lnTo>
                <a:lnTo>
                  <a:pt x="257080" y="166354"/>
                </a:lnTo>
                <a:lnTo>
                  <a:pt x="257095" y="166036"/>
                </a:lnTo>
                <a:lnTo>
                  <a:pt x="258302" y="158268"/>
                </a:lnTo>
                <a:lnTo>
                  <a:pt x="258381" y="157757"/>
                </a:lnTo>
                <a:lnTo>
                  <a:pt x="260524" y="150058"/>
                </a:lnTo>
                <a:lnTo>
                  <a:pt x="288140" y="118265"/>
                </a:lnTo>
                <a:lnTo>
                  <a:pt x="308864" y="113893"/>
                </a:lnTo>
                <a:lnTo>
                  <a:pt x="402209" y="113893"/>
                </a:lnTo>
                <a:lnTo>
                  <a:pt x="402209" y="93218"/>
                </a:lnTo>
                <a:lnTo>
                  <a:pt x="360045" y="93218"/>
                </a:lnTo>
                <a:lnTo>
                  <a:pt x="354572" y="88926"/>
                </a:lnTo>
                <a:lnTo>
                  <a:pt x="348646" y="85102"/>
                </a:lnTo>
                <a:lnTo>
                  <a:pt x="313102" y="73817"/>
                </a:lnTo>
                <a:lnTo>
                  <a:pt x="305054" y="73482"/>
                </a:lnTo>
                <a:close/>
              </a:path>
              <a:path w="744219" h="277495">
                <a:moveTo>
                  <a:pt x="402209" y="256107"/>
                </a:moveTo>
                <a:lnTo>
                  <a:pt x="360061" y="256107"/>
                </a:lnTo>
                <a:lnTo>
                  <a:pt x="360807" y="260172"/>
                </a:lnTo>
                <a:lnTo>
                  <a:pt x="362585" y="263842"/>
                </a:lnTo>
                <a:lnTo>
                  <a:pt x="365703" y="267157"/>
                </a:lnTo>
                <a:lnTo>
                  <a:pt x="369652" y="271437"/>
                </a:lnTo>
                <a:lnTo>
                  <a:pt x="369781" y="271437"/>
                </a:lnTo>
                <a:lnTo>
                  <a:pt x="374650" y="273481"/>
                </a:lnTo>
                <a:lnTo>
                  <a:pt x="386969" y="273481"/>
                </a:lnTo>
                <a:lnTo>
                  <a:pt x="391895" y="271437"/>
                </a:lnTo>
                <a:lnTo>
                  <a:pt x="393956" y="269394"/>
                </a:lnTo>
                <a:lnTo>
                  <a:pt x="400177" y="262890"/>
                </a:lnTo>
                <a:lnTo>
                  <a:pt x="402209" y="257797"/>
                </a:lnTo>
                <a:lnTo>
                  <a:pt x="402209" y="256107"/>
                </a:lnTo>
                <a:close/>
              </a:path>
              <a:path w="744219" h="277495">
                <a:moveTo>
                  <a:pt x="402209" y="113893"/>
                </a:moveTo>
                <a:lnTo>
                  <a:pt x="308864" y="113893"/>
                </a:lnTo>
                <a:lnTo>
                  <a:pt x="316269" y="114379"/>
                </a:lnTo>
                <a:lnTo>
                  <a:pt x="323246" y="115836"/>
                </a:lnTo>
                <a:lnTo>
                  <a:pt x="354457" y="143446"/>
                </a:lnTo>
                <a:lnTo>
                  <a:pt x="361188" y="174891"/>
                </a:lnTo>
                <a:lnTo>
                  <a:pt x="360754" y="183612"/>
                </a:lnTo>
                <a:lnTo>
                  <a:pt x="346360" y="219186"/>
                </a:lnTo>
                <a:lnTo>
                  <a:pt x="308864" y="236575"/>
                </a:lnTo>
                <a:lnTo>
                  <a:pt x="402209" y="236575"/>
                </a:lnTo>
                <a:lnTo>
                  <a:pt x="402209" y="113893"/>
                </a:lnTo>
                <a:close/>
              </a:path>
              <a:path w="744219" h="277495">
                <a:moveTo>
                  <a:pt x="386969" y="76288"/>
                </a:moveTo>
                <a:lnTo>
                  <a:pt x="374777" y="76288"/>
                </a:lnTo>
                <a:lnTo>
                  <a:pt x="369570" y="78371"/>
                </a:lnTo>
                <a:lnTo>
                  <a:pt x="365633" y="82537"/>
                </a:lnTo>
                <a:lnTo>
                  <a:pt x="362712" y="85585"/>
                </a:lnTo>
                <a:lnTo>
                  <a:pt x="360921" y="88926"/>
                </a:lnTo>
                <a:lnTo>
                  <a:pt x="360807" y="89141"/>
                </a:lnTo>
                <a:lnTo>
                  <a:pt x="360045" y="93218"/>
                </a:lnTo>
                <a:lnTo>
                  <a:pt x="402209" y="93218"/>
                </a:lnTo>
                <a:lnTo>
                  <a:pt x="402209" y="91592"/>
                </a:lnTo>
                <a:lnTo>
                  <a:pt x="400243" y="86715"/>
                </a:lnTo>
                <a:lnTo>
                  <a:pt x="400177" y="86550"/>
                </a:lnTo>
                <a:lnTo>
                  <a:pt x="392074" y="78371"/>
                </a:lnTo>
                <a:lnTo>
                  <a:pt x="386969" y="76288"/>
                </a:lnTo>
                <a:close/>
              </a:path>
              <a:path w="744219" h="277495">
                <a:moveTo>
                  <a:pt x="497459" y="119519"/>
                </a:moveTo>
                <a:lnTo>
                  <a:pt x="454914" y="119519"/>
                </a:lnTo>
                <a:lnTo>
                  <a:pt x="455028" y="226060"/>
                </a:lnTo>
                <a:lnTo>
                  <a:pt x="455143" y="228968"/>
                </a:lnTo>
                <a:lnTo>
                  <a:pt x="455251" y="231682"/>
                </a:lnTo>
                <a:lnTo>
                  <a:pt x="474726" y="267246"/>
                </a:lnTo>
                <a:lnTo>
                  <a:pt x="501396" y="273481"/>
                </a:lnTo>
                <a:lnTo>
                  <a:pt x="512191" y="273481"/>
                </a:lnTo>
                <a:lnTo>
                  <a:pt x="519303" y="271513"/>
                </a:lnTo>
                <a:lnTo>
                  <a:pt x="532638" y="263601"/>
                </a:lnTo>
                <a:lnTo>
                  <a:pt x="535940" y="258127"/>
                </a:lnTo>
                <a:lnTo>
                  <a:pt x="535940" y="245770"/>
                </a:lnTo>
                <a:lnTo>
                  <a:pt x="534289" y="241249"/>
                </a:lnTo>
                <a:lnTo>
                  <a:pt x="530860" y="237604"/>
                </a:lnTo>
                <a:lnTo>
                  <a:pt x="528044" y="234442"/>
                </a:lnTo>
                <a:lnTo>
                  <a:pt x="505333" y="234442"/>
                </a:lnTo>
                <a:lnTo>
                  <a:pt x="503809" y="234149"/>
                </a:lnTo>
                <a:lnTo>
                  <a:pt x="497459" y="226060"/>
                </a:lnTo>
                <a:lnTo>
                  <a:pt x="497459" y="119519"/>
                </a:lnTo>
                <a:close/>
              </a:path>
              <a:path w="744219" h="277495">
                <a:moveTo>
                  <a:pt x="523748" y="232054"/>
                </a:moveTo>
                <a:lnTo>
                  <a:pt x="515747" y="232054"/>
                </a:lnTo>
                <a:lnTo>
                  <a:pt x="513207" y="232448"/>
                </a:lnTo>
                <a:lnTo>
                  <a:pt x="509394" y="234149"/>
                </a:lnTo>
                <a:lnTo>
                  <a:pt x="509258" y="234149"/>
                </a:lnTo>
                <a:lnTo>
                  <a:pt x="508254" y="234442"/>
                </a:lnTo>
                <a:lnTo>
                  <a:pt x="528044" y="234442"/>
                </a:lnTo>
                <a:lnTo>
                  <a:pt x="527558" y="233895"/>
                </a:lnTo>
                <a:lnTo>
                  <a:pt x="523748" y="232054"/>
                </a:lnTo>
                <a:close/>
              </a:path>
              <a:path w="744219" h="277495">
                <a:moveTo>
                  <a:pt x="527812" y="79108"/>
                </a:moveTo>
                <a:lnTo>
                  <a:pt x="434340" y="79108"/>
                </a:lnTo>
                <a:lnTo>
                  <a:pt x="429547" y="81140"/>
                </a:lnTo>
                <a:lnTo>
                  <a:pt x="425577" y="84924"/>
                </a:lnTo>
                <a:lnTo>
                  <a:pt x="421513" y="88747"/>
                </a:lnTo>
                <a:lnTo>
                  <a:pt x="419608" y="93408"/>
                </a:lnTo>
                <a:lnTo>
                  <a:pt x="419608" y="104686"/>
                </a:lnTo>
                <a:lnTo>
                  <a:pt x="421513" y="109562"/>
                </a:lnTo>
                <a:lnTo>
                  <a:pt x="425740" y="113715"/>
                </a:lnTo>
                <a:lnTo>
                  <a:pt x="429634" y="117589"/>
                </a:lnTo>
                <a:lnTo>
                  <a:pt x="434213" y="119519"/>
                </a:lnTo>
                <a:lnTo>
                  <a:pt x="527685" y="119519"/>
                </a:lnTo>
                <a:lnTo>
                  <a:pt x="532511" y="117589"/>
                </a:lnTo>
                <a:lnTo>
                  <a:pt x="536321" y="113715"/>
                </a:lnTo>
                <a:lnTo>
                  <a:pt x="540258" y="109842"/>
                </a:lnTo>
                <a:lnTo>
                  <a:pt x="542163" y="105029"/>
                </a:lnTo>
                <a:lnTo>
                  <a:pt x="542163" y="93865"/>
                </a:lnTo>
                <a:lnTo>
                  <a:pt x="540258" y="89166"/>
                </a:lnTo>
                <a:lnTo>
                  <a:pt x="536321" y="85178"/>
                </a:lnTo>
                <a:lnTo>
                  <a:pt x="532511" y="81140"/>
                </a:lnTo>
                <a:lnTo>
                  <a:pt x="527812" y="79108"/>
                </a:lnTo>
                <a:close/>
              </a:path>
              <a:path w="744219" h="277495">
                <a:moveTo>
                  <a:pt x="482473" y="31521"/>
                </a:moveTo>
                <a:lnTo>
                  <a:pt x="470662" y="31521"/>
                </a:lnTo>
                <a:lnTo>
                  <a:pt x="465514" y="33604"/>
                </a:lnTo>
                <a:lnTo>
                  <a:pt x="456946" y="41643"/>
                </a:lnTo>
                <a:lnTo>
                  <a:pt x="454914" y="46672"/>
                </a:lnTo>
                <a:lnTo>
                  <a:pt x="454914" y="79108"/>
                </a:lnTo>
                <a:lnTo>
                  <a:pt x="497459" y="79108"/>
                </a:lnTo>
                <a:lnTo>
                  <a:pt x="497386" y="46672"/>
                </a:lnTo>
                <a:lnTo>
                  <a:pt x="495427" y="41871"/>
                </a:lnTo>
                <a:lnTo>
                  <a:pt x="491363" y="37769"/>
                </a:lnTo>
                <a:lnTo>
                  <a:pt x="487553" y="33604"/>
                </a:lnTo>
                <a:lnTo>
                  <a:pt x="482473" y="31521"/>
                </a:lnTo>
                <a:close/>
              </a:path>
              <a:path w="744219" h="277495">
                <a:moveTo>
                  <a:pt x="646938" y="73482"/>
                </a:moveTo>
                <a:lnTo>
                  <a:pt x="600964" y="86715"/>
                </a:lnTo>
                <a:lnTo>
                  <a:pt x="568579" y="122694"/>
                </a:lnTo>
                <a:lnTo>
                  <a:pt x="557381" y="160578"/>
                </a:lnTo>
                <a:lnTo>
                  <a:pt x="556641" y="174891"/>
                </a:lnTo>
                <a:lnTo>
                  <a:pt x="557381" y="189036"/>
                </a:lnTo>
                <a:lnTo>
                  <a:pt x="568579" y="226923"/>
                </a:lnTo>
                <a:lnTo>
                  <a:pt x="600964" y="263486"/>
                </a:lnTo>
                <a:lnTo>
                  <a:pt x="647573" y="276987"/>
                </a:lnTo>
                <a:lnTo>
                  <a:pt x="655335" y="276639"/>
                </a:lnTo>
                <a:lnTo>
                  <a:pt x="695394" y="261291"/>
                </a:lnTo>
                <a:lnTo>
                  <a:pt x="701040" y="256794"/>
                </a:lnTo>
                <a:lnTo>
                  <a:pt x="701548" y="256413"/>
                </a:lnTo>
                <a:lnTo>
                  <a:pt x="701843" y="256107"/>
                </a:lnTo>
                <a:lnTo>
                  <a:pt x="744093" y="256107"/>
                </a:lnTo>
                <a:lnTo>
                  <a:pt x="744093" y="236575"/>
                </a:lnTo>
                <a:lnTo>
                  <a:pt x="650748" y="236575"/>
                </a:lnTo>
                <a:lnTo>
                  <a:pt x="643342" y="236078"/>
                </a:lnTo>
                <a:lnTo>
                  <a:pt x="608945" y="213344"/>
                </a:lnTo>
                <a:lnTo>
                  <a:pt x="598551" y="174891"/>
                </a:lnTo>
                <a:lnTo>
                  <a:pt x="598964" y="166354"/>
                </a:lnTo>
                <a:lnTo>
                  <a:pt x="613489" y="130719"/>
                </a:lnTo>
                <a:lnTo>
                  <a:pt x="650748" y="113893"/>
                </a:lnTo>
                <a:lnTo>
                  <a:pt x="744093" y="113893"/>
                </a:lnTo>
                <a:lnTo>
                  <a:pt x="744093" y="93218"/>
                </a:lnTo>
                <a:lnTo>
                  <a:pt x="701929" y="93218"/>
                </a:lnTo>
                <a:lnTo>
                  <a:pt x="696456" y="88926"/>
                </a:lnTo>
                <a:lnTo>
                  <a:pt x="690530" y="85102"/>
                </a:lnTo>
                <a:lnTo>
                  <a:pt x="654986" y="73817"/>
                </a:lnTo>
                <a:lnTo>
                  <a:pt x="646938" y="73482"/>
                </a:lnTo>
                <a:close/>
              </a:path>
              <a:path w="744219" h="277495">
                <a:moveTo>
                  <a:pt x="744093" y="256107"/>
                </a:moveTo>
                <a:lnTo>
                  <a:pt x="701945" y="256107"/>
                </a:lnTo>
                <a:lnTo>
                  <a:pt x="702691" y="260172"/>
                </a:lnTo>
                <a:lnTo>
                  <a:pt x="704469" y="263842"/>
                </a:lnTo>
                <a:lnTo>
                  <a:pt x="707585" y="267157"/>
                </a:lnTo>
                <a:lnTo>
                  <a:pt x="711406" y="271437"/>
                </a:lnTo>
                <a:lnTo>
                  <a:pt x="711543" y="271437"/>
                </a:lnTo>
                <a:lnTo>
                  <a:pt x="716534" y="273481"/>
                </a:lnTo>
                <a:lnTo>
                  <a:pt x="728853" y="273481"/>
                </a:lnTo>
                <a:lnTo>
                  <a:pt x="733780" y="271437"/>
                </a:lnTo>
                <a:lnTo>
                  <a:pt x="735840" y="269394"/>
                </a:lnTo>
                <a:lnTo>
                  <a:pt x="742061" y="262890"/>
                </a:lnTo>
                <a:lnTo>
                  <a:pt x="744093" y="257797"/>
                </a:lnTo>
                <a:lnTo>
                  <a:pt x="744093" y="256107"/>
                </a:lnTo>
                <a:close/>
              </a:path>
              <a:path w="744219" h="277495">
                <a:moveTo>
                  <a:pt x="744093" y="113893"/>
                </a:moveTo>
                <a:lnTo>
                  <a:pt x="650748" y="113893"/>
                </a:lnTo>
                <a:lnTo>
                  <a:pt x="658151" y="114379"/>
                </a:lnTo>
                <a:lnTo>
                  <a:pt x="665114" y="115836"/>
                </a:lnTo>
                <a:lnTo>
                  <a:pt x="696214" y="143446"/>
                </a:lnTo>
                <a:lnTo>
                  <a:pt x="703072" y="174891"/>
                </a:lnTo>
                <a:lnTo>
                  <a:pt x="702638" y="183612"/>
                </a:lnTo>
                <a:lnTo>
                  <a:pt x="688181" y="219186"/>
                </a:lnTo>
                <a:lnTo>
                  <a:pt x="650748" y="236575"/>
                </a:lnTo>
                <a:lnTo>
                  <a:pt x="744093" y="236575"/>
                </a:lnTo>
                <a:lnTo>
                  <a:pt x="744093" y="113893"/>
                </a:lnTo>
                <a:close/>
              </a:path>
              <a:path w="744219" h="277495">
                <a:moveTo>
                  <a:pt x="728853" y="76288"/>
                </a:moveTo>
                <a:lnTo>
                  <a:pt x="716534" y="76288"/>
                </a:lnTo>
                <a:lnTo>
                  <a:pt x="711454" y="78371"/>
                </a:lnTo>
                <a:lnTo>
                  <a:pt x="707517" y="82537"/>
                </a:lnTo>
                <a:lnTo>
                  <a:pt x="704469" y="85585"/>
                </a:lnTo>
                <a:lnTo>
                  <a:pt x="702798" y="88926"/>
                </a:lnTo>
                <a:lnTo>
                  <a:pt x="702691" y="89141"/>
                </a:lnTo>
                <a:lnTo>
                  <a:pt x="701929" y="93218"/>
                </a:lnTo>
                <a:lnTo>
                  <a:pt x="744093" y="93218"/>
                </a:lnTo>
                <a:lnTo>
                  <a:pt x="744093" y="91592"/>
                </a:lnTo>
                <a:lnTo>
                  <a:pt x="742127" y="86715"/>
                </a:lnTo>
                <a:lnTo>
                  <a:pt x="742061" y="86550"/>
                </a:lnTo>
                <a:lnTo>
                  <a:pt x="738085" y="82537"/>
                </a:lnTo>
                <a:lnTo>
                  <a:pt x="733831" y="78371"/>
                </a:lnTo>
                <a:lnTo>
                  <a:pt x="728853" y="76288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40057" y="4689983"/>
            <a:ext cx="1304239" cy="34345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943346" y="5528183"/>
            <a:ext cx="756285" cy="343535"/>
          </a:xfrm>
          <a:custGeom>
            <a:avLst/>
            <a:gdLst/>
            <a:ahLst/>
            <a:cxnLst/>
            <a:rect l="l" t="t" r="r" b="b"/>
            <a:pathLst>
              <a:path w="756284" h="343535">
                <a:moveTo>
                  <a:pt x="27482" y="0"/>
                </a:moveTo>
                <a:lnTo>
                  <a:pt x="15290" y="0"/>
                </a:lnTo>
                <a:lnTo>
                  <a:pt x="10223" y="2082"/>
                </a:lnTo>
                <a:lnTo>
                  <a:pt x="6070" y="6235"/>
                </a:lnTo>
                <a:lnTo>
                  <a:pt x="2021" y="10337"/>
                </a:lnTo>
                <a:lnTo>
                  <a:pt x="0" y="15354"/>
                </a:lnTo>
                <a:lnTo>
                  <a:pt x="44" y="257848"/>
                </a:lnTo>
                <a:lnTo>
                  <a:pt x="1968" y="262801"/>
                </a:lnTo>
                <a:lnTo>
                  <a:pt x="5975" y="267157"/>
                </a:lnTo>
                <a:lnTo>
                  <a:pt x="9889" y="271373"/>
                </a:lnTo>
                <a:lnTo>
                  <a:pt x="14846" y="273481"/>
                </a:lnTo>
                <a:lnTo>
                  <a:pt x="26860" y="273481"/>
                </a:lnTo>
                <a:lnTo>
                  <a:pt x="31927" y="271373"/>
                </a:lnTo>
                <a:lnTo>
                  <a:pt x="36144" y="267157"/>
                </a:lnTo>
                <a:lnTo>
                  <a:pt x="40424" y="262940"/>
                </a:lnTo>
                <a:lnTo>
                  <a:pt x="42545" y="257848"/>
                </a:lnTo>
                <a:lnTo>
                  <a:pt x="42545" y="15354"/>
                </a:lnTo>
                <a:lnTo>
                  <a:pt x="40551" y="10337"/>
                </a:lnTo>
                <a:lnTo>
                  <a:pt x="32588" y="2082"/>
                </a:lnTo>
                <a:lnTo>
                  <a:pt x="27482" y="0"/>
                </a:lnTo>
                <a:close/>
              </a:path>
              <a:path w="756284" h="343535">
                <a:moveTo>
                  <a:pt x="160896" y="73482"/>
                </a:moveTo>
                <a:lnTo>
                  <a:pt x="116052" y="85864"/>
                </a:lnTo>
                <a:lnTo>
                  <a:pt x="81876" y="121399"/>
                </a:lnTo>
                <a:lnTo>
                  <a:pt x="69696" y="161404"/>
                </a:lnTo>
                <a:lnTo>
                  <a:pt x="68884" y="177025"/>
                </a:lnTo>
                <a:lnTo>
                  <a:pt x="69680" y="191179"/>
                </a:lnTo>
                <a:lnTo>
                  <a:pt x="81610" y="228714"/>
                </a:lnTo>
                <a:lnTo>
                  <a:pt x="116979" y="264083"/>
                </a:lnTo>
                <a:lnTo>
                  <a:pt x="155114" y="276179"/>
                </a:lnTo>
                <a:lnTo>
                  <a:pt x="169621" y="276987"/>
                </a:lnTo>
                <a:lnTo>
                  <a:pt x="179755" y="276431"/>
                </a:lnTo>
                <a:lnTo>
                  <a:pt x="216923" y="263463"/>
                </a:lnTo>
                <a:lnTo>
                  <a:pt x="236855" y="247675"/>
                </a:lnTo>
                <a:lnTo>
                  <a:pt x="242150" y="243471"/>
                </a:lnTo>
                <a:lnTo>
                  <a:pt x="244792" y="238226"/>
                </a:lnTo>
                <a:lnTo>
                  <a:pt x="244792" y="236575"/>
                </a:lnTo>
                <a:lnTo>
                  <a:pt x="168592" y="236575"/>
                </a:lnTo>
                <a:lnTo>
                  <a:pt x="160079" y="236084"/>
                </a:lnTo>
                <a:lnTo>
                  <a:pt x="121694" y="213578"/>
                </a:lnTo>
                <a:lnTo>
                  <a:pt x="111315" y="187363"/>
                </a:lnTo>
                <a:lnTo>
                  <a:pt x="236118" y="187363"/>
                </a:lnTo>
                <a:lnTo>
                  <a:pt x="241033" y="185420"/>
                </a:lnTo>
                <a:lnTo>
                  <a:pt x="249643" y="177622"/>
                </a:lnTo>
                <a:lnTo>
                  <a:pt x="251802" y="172694"/>
                </a:lnTo>
                <a:lnTo>
                  <a:pt x="251802" y="166776"/>
                </a:lnTo>
                <a:lnTo>
                  <a:pt x="251143" y="156434"/>
                </a:lnTo>
                <a:lnTo>
                  <a:pt x="249925" y="148742"/>
                </a:lnTo>
                <a:lnTo>
                  <a:pt x="114096" y="148742"/>
                </a:lnTo>
                <a:lnTo>
                  <a:pt x="114642" y="147193"/>
                </a:lnTo>
                <a:lnTo>
                  <a:pt x="148678" y="115316"/>
                </a:lnTo>
                <a:lnTo>
                  <a:pt x="154749" y="114236"/>
                </a:lnTo>
                <a:lnTo>
                  <a:pt x="236078" y="114236"/>
                </a:lnTo>
                <a:lnTo>
                  <a:pt x="234973" y="112437"/>
                </a:lnTo>
                <a:lnTo>
                  <a:pt x="202613" y="83553"/>
                </a:lnTo>
                <a:lnTo>
                  <a:pt x="169542" y="73887"/>
                </a:lnTo>
                <a:lnTo>
                  <a:pt x="160896" y="73482"/>
                </a:lnTo>
                <a:close/>
              </a:path>
              <a:path w="756284" h="343535">
                <a:moveTo>
                  <a:pt x="231152" y="212737"/>
                </a:moveTo>
                <a:lnTo>
                  <a:pt x="221246" y="212737"/>
                </a:lnTo>
                <a:lnTo>
                  <a:pt x="216750" y="214388"/>
                </a:lnTo>
                <a:lnTo>
                  <a:pt x="212077" y="217690"/>
                </a:lnTo>
                <a:lnTo>
                  <a:pt x="209003" y="220992"/>
                </a:lnTo>
                <a:lnTo>
                  <a:pt x="205498" y="224040"/>
                </a:lnTo>
                <a:lnTo>
                  <a:pt x="175933" y="236575"/>
                </a:lnTo>
                <a:lnTo>
                  <a:pt x="244792" y="236575"/>
                </a:lnTo>
                <a:lnTo>
                  <a:pt x="244792" y="226720"/>
                </a:lnTo>
                <a:lnTo>
                  <a:pt x="242976" y="222224"/>
                </a:lnTo>
                <a:lnTo>
                  <a:pt x="239331" y="218465"/>
                </a:lnTo>
                <a:lnTo>
                  <a:pt x="235750" y="214642"/>
                </a:lnTo>
                <a:lnTo>
                  <a:pt x="231152" y="212737"/>
                </a:lnTo>
                <a:close/>
              </a:path>
              <a:path w="756284" h="343535">
                <a:moveTo>
                  <a:pt x="236078" y="114236"/>
                </a:moveTo>
                <a:lnTo>
                  <a:pt x="168414" y="114236"/>
                </a:lnTo>
                <a:lnTo>
                  <a:pt x="175590" y="115849"/>
                </a:lnTo>
                <a:lnTo>
                  <a:pt x="189268" y="122351"/>
                </a:lnTo>
                <a:lnTo>
                  <a:pt x="195021" y="126936"/>
                </a:lnTo>
                <a:lnTo>
                  <a:pt x="203390" y="137502"/>
                </a:lnTo>
                <a:lnTo>
                  <a:pt x="205879" y="142811"/>
                </a:lnTo>
                <a:lnTo>
                  <a:pt x="207149" y="148742"/>
                </a:lnTo>
                <a:lnTo>
                  <a:pt x="249925" y="148742"/>
                </a:lnTo>
                <a:lnTo>
                  <a:pt x="249680" y="147193"/>
                </a:lnTo>
                <a:lnTo>
                  <a:pt x="249585" y="146592"/>
                </a:lnTo>
                <a:lnTo>
                  <a:pt x="247195" y="137502"/>
                </a:lnTo>
                <a:lnTo>
                  <a:pt x="247129" y="137251"/>
                </a:lnTo>
                <a:lnTo>
                  <a:pt x="243776" y="128409"/>
                </a:lnTo>
                <a:lnTo>
                  <a:pt x="239694" y="120125"/>
                </a:lnTo>
                <a:lnTo>
                  <a:pt x="236078" y="114236"/>
                </a:lnTo>
                <a:close/>
              </a:path>
              <a:path w="756284" h="343535">
                <a:moveTo>
                  <a:pt x="312191" y="290144"/>
                </a:moveTo>
                <a:lnTo>
                  <a:pt x="301879" y="290144"/>
                </a:lnTo>
                <a:lnTo>
                  <a:pt x="297586" y="292823"/>
                </a:lnTo>
                <a:lnTo>
                  <a:pt x="294106" y="298170"/>
                </a:lnTo>
                <a:lnTo>
                  <a:pt x="290969" y="302564"/>
                </a:lnTo>
                <a:lnTo>
                  <a:pt x="299745" y="323545"/>
                </a:lnTo>
                <a:lnTo>
                  <a:pt x="301853" y="326796"/>
                </a:lnTo>
                <a:lnTo>
                  <a:pt x="338531" y="340461"/>
                </a:lnTo>
                <a:lnTo>
                  <a:pt x="355625" y="343458"/>
                </a:lnTo>
                <a:lnTo>
                  <a:pt x="363143" y="343458"/>
                </a:lnTo>
                <a:lnTo>
                  <a:pt x="411924" y="333197"/>
                </a:lnTo>
                <a:lnTo>
                  <a:pt x="446534" y="303047"/>
                </a:lnTo>
                <a:lnTo>
                  <a:pt x="358355" y="303047"/>
                </a:lnTo>
                <a:lnTo>
                  <a:pt x="354145" y="302564"/>
                </a:lnTo>
                <a:lnTo>
                  <a:pt x="353650" y="302564"/>
                </a:lnTo>
                <a:lnTo>
                  <a:pt x="342607" y="300050"/>
                </a:lnTo>
                <a:lnTo>
                  <a:pt x="337769" y="298653"/>
                </a:lnTo>
                <a:lnTo>
                  <a:pt x="333324" y="297065"/>
                </a:lnTo>
                <a:lnTo>
                  <a:pt x="328879" y="295529"/>
                </a:lnTo>
                <a:lnTo>
                  <a:pt x="325666" y="294386"/>
                </a:lnTo>
                <a:lnTo>
                  <a:pt x="323672" y="293649"/>
                </a:lnTo>
                <a:lnTo>
                  <a:pt x="317947" y="291389"/>
                </a:lnTo>
                <a:lnTo>
                  <a:pt x="318118" y="291389"/>
                </a:lnTo>
                <a:lnTo>
                  <a:pt x="312191" y="290144"/>
                </a:lnTo>
                <a:close/>
              </a:path>
              <a:path w="756284" h="343535">
                <a:moveTo>
                  <a:pt x="460081" y="254482"/>
                </a:moveTo>
                <a:lnTo>
                  <a:pt x="417817" y="254482"/>
                </a:lnTo>
                <a:lnTo>
                  <a:pt x="416971" y="263664"/>
                </a:lnTo>
                <a:lnTo>
                  <a:pt x="416859" y="264881"/>
                </a:lnTo>
                <a:lnTo>
                  <a:pt x="386983" y="299669"/>
                </a:lnTo>
                <a:lnTo>
                  <a:pt x="363486" y="303047"/>
                </a:lnTo>
                <a:lnTo>
                  <a:pt x="446534" y="303047"/>
                </a:lnTo>
                <a:lnTo>
                  <a:pt x="447157" y="302202"/>
                </a:lnTo>
                <a:lnTo>
                  <a:pt x="448260" y="300050"/>
                </a:lnTo>
                <a:lnTo>
                  <a:pt x="452833" y="291389"/>
                </a:lnTo>
                <a:lnTo>
                  <a:pt x="456973" y="279142"/>
                </a:lnTo>
                <a:lnTo>
                  <a:pt x="459457" y="265624"/>
                </a:lnTo>
                <a:lnTo>
                  <a:pt x="459934" y="257111"/>
                </a:lnTo>
                <a:lnTo>
                  <a:pt x="459974" y="256394"/>
                </a:lnTo>
                <a:lnTo>
                  <a:pt x="460081" y="254482"/>
                </a:lnTo>
                <a:close/>
              </a:path>
              <a:path w="756284" h="343535">
                <a:moveTo>
                  <a:pt x="360667" y="73482"/>
                </a:moveTo>
                <a:lnTo>
                  <a:pt x="313334" y="86639"/>
                </a:lnTo>
                <a:lnTo>
                  <a:pt x="279933" y="122770"/>
                </a:lnTo>
                <a:lnTo>
                  <a:pt x="268396" y="160898"/>
                </a:lnTo>
                <a:lnTo>
                  <a:pt x="267627" y="175234"/>
                </a:lnTo>
                <a:lnTo>
                  <a:pt x="268396" y="189414"/>
                </a:lnTo>
                <a:lnTo>
                  <a:pt x="279933" y="227342"/>
                </a:lnTo>
                <a:lnTo>
                  <a:pt x="313499" y="263664"/>
                </a:lnTo>
                <a:lnTo>
                  <a:pt x="361353" y="276987"/>
                </a:lnTo>
                <a:lnTo>
                  <a:pt x="369836" y="276987"/>
                </a:lnTo>
                <a:lnTo>
                  <a:pt x="411962" y="259575"/>
                </a:lnTo>
                <a:lnTo>
                  <a:pt x="417817" y="254482"/>
                </a:lnTo>
                <a:lnTo>
                  <a:pt x="460081" y="254482"/>
                </a:lnTo>
                <a:lnTo>
                  <a:pt x="460286" y="250837"/>
                </a:lnTo>
                <a:lnTo>
                  <a:pt x="460286" y="236575"/>
                </a:lnTo>
                <a:lnTo>
                  <a:pt x="364172" y="236575"/>
                </a:lnTo>
                <a:lnTo>
                  <a:pt x="356689" y="236089"/>
                </a:lnTo>
                <a:lnTo>
                  <a:pt x="320342" y="213268"/>
                </a:lnTo>
                <a:lnTo>
                  <a:pt x="309971" y="184054"/>
                </a:lnTo>
                <a:lnTo>
                  <a:pt x="309924" y="183764"/>
                </a:lnTo>
                <a:lnTo>
                  <a:pt x="309486" y="175234"/>
                </a:lnTo>
                <a:lnTo>
                  <a:pt x="309924" y="166414"/>
                </a:lnTo>
                <a:lnTo>
                  <a:pt x="311238" y="158148"/>
                </a:lnTo>
                <a:lnTo>
                  <a:pt x="335978" y="121742"/>
                </a:lnTo>
                <a:lnTo>
                  <a:pt x="364172" y="113893"/>
                </a:lnTo>
                <a:lnTo>
                  <a:pt x="460286" y="113893"/>
                </a:lnTo>
                <a:lnTo>
                  <a:pt x="460286" y="95173"/>
                </a:lnTo>
                <a:lnTo>
                  <a:pt x="417931" y="95173"/>
                </a:lnTo>
                <a:lnTo>
                  <a:pt x="415861" y="93383"/>
                </a:lnTo>
                <a:lnTo>
                  <a:pt x="410374" y="89185"/>
                </a:lnTo>
                <a:lnTo>
                  <a:pt x="368725" y="73827"/>
                </a:lnTo>
                <a:lnTo>
                  <a:pt x="360667" y="73482"/>
                </a:lnTo>
                <a:close/>
              </a:path>
              <a:path w="756284" h="343535">
                <a:moveTo>
                  <a:pt x="460286" y="113893"/>
                </a:moveTo>
                <a:lnTo>
                  <a:pt x="364172" y="113893"/>
                </a:lnTo>
                <a:lnTo>
                  <a:pt x="372184" y="114384"/>
                </a:lnTo>
                <a:lnTo>
                  <a:pt x="372055" y="114384"/>
                </a:lnTo>
                <a:lnTo>
                  <a:pt x="408103" y="136523"/>
                </a:lnTo>
                <a:lnTo>
                  <a:pt x="419188" y="175234"/>
                </a:lnTo>
                <a:lnTo>
                  <a:pt x="418755" y="183764"/>
                </a:lnTo>
                <a:lnTo>
                  <a:pt x="418741" y="184054"/>
                </a:lnTo>
                <a:lnTo>
                  <a:pt x="403553" y="219467"/>
                </a:lnTo>
                <a:lnTo>
                  <a:pt x="364172" y="236575"/>
                </a:lnTo>
                <a:lnTo>
                  <a:pt x="460286" y="236575"/>
                </a:lnTo>
                <a:lnTo>
                  <a:pt x="460286" y="113893"/>
                </a:lnTo>
                <a:close/>
              </a:path>
              <a:path w="756284" h="343535">
                <a:moveTo>
                  <a:pt x="444995" y="76288"/>
                </a:moveTo>
                <a:lnTo>
                  <a:pt x="432803" y="76288"/>
                </a:lnTo>
                <a:lnTo>
                  <a:pt x="427697" y="78371"/>
                </a:lnTo>
                <a:lnTo>
                  <a:pt x="420331" y="86067"/>
                </a:lnTo>
                <a:lnTo>
                  <a:pt x="418401" y="90284"/>
                </a:lnTo>
                <a:lnTo>
                  <a:pt x="417931" y="95173"/>
                </a:lnTo>
                <a:lnTo>
                  <a:pt x="460286" y="95173"/>
                </a:lnTo>
                <a:lnTo>
                  <a:pt x="460286" y="91592"/>
                </a:lnTo>
                <a:lnTo>
                  <a:pt x="458264" y="86639"/>
                </a:lnTo>
                <a:lnTo>
                  <a:pt x="457746" y="86067"/>
                </a:lnTo>
                <a:lnTo>
                  <a:pt x="450062" y="78371"/>
                </a:lnTo>
                <a:lnTo>
                  <a:pt x="444995" y="76288"/>
                </a:lnTo>
                <a:close/>
              </a:path>
              <a:path w="756284" h="343535">
                <a:moveTo>
                  <a:pt x="576173" y="73482"/>
                </a:moveTo>
                <a:lnTo>
                  <a:pt x="530301" y="86715"/>
                </a:lnTo>
                <a:lnTo>
                  <a:pt x="497840" y="122694"/>
                </a:lnTo>
                <a:lnTo>
                  <a:pt x="486706" y="160578"/>
                </a:lnTo>
                <a:lnTo>
                  <a:pt x="485965" y="174891"/>
                </a:lnTo>
                <a:lnTo>
                  <a:pt x="486706" y="189036"/>
                </a:lnTo>
                <a:lnTo>
                  <a:pt x="497840" y="226923"/>
                </a:lnTo>
                <a:lnTo>
                  <a:pt x="530301" y="263486"/>
                </a:lnTo>
                <a:lnTo>
                  <a:pt x="576859" y="276987"/>
                </a:lnTo>
                <a:lnTo>
                  <a:pt x="584626" y="276639"/>
                </a:lnTo>
                <a:lnTo>
                  <a:pt x="624690" y="261291"/>
                </a:lnTo>
                <a:lnTo>
                  <a:pt x="631115" y="256107"/>
                </a:lnTo>
                <a:lnTo>
                  <a:pt x="673404" y="256107"/>
                </a:lnTo>
                <a:lnTo>
                  <a:pt x="673404" y="236575"/>
                </a:lnTo>
                <a:lnTo>
                  <a:pt x="580021" y="236575"/>
                </a:lnTo>
                <a:lnTo>
                  <a:pt x="572598" y="236078"/>
                </a:lnTo>
                <a:lnTo>
                  <a:pt x="538257" y="213344"/>
                </a:lnTo>
                <a:lnTo>
                  <a:pt x="527824" y="174891"/>
                </a:lnTo>
                <a:lnTo>
                  <a:pt x="528235" y="166354"/>
                </a:lnTo>
                <a:lnTo>
                  <a:pt x="528251" y="166036"/>
                </a:lnTo>
                <a:lnTo>
                  <a:pt x="529452" y="158268"/>
                </a:lnTo>
                <a:lnTo>
                  <a:pt x="529531" y="157757"/>
                </a:lnTo>
                <a:lnTo>
                  <a:pt x="531666" y="150058"/>
                </a:lnTo>
                <a:lnTo>
                  <a:pt x="559277" y="118265"/>
                </a:lnTo>
                <a:lnTo>
                  <a:pt x="580021" y="113893"/>
                </a:lnTo>
                <a:lnTo>
                  <a:pt x="673404" y="113893"/>
                </a:lnTo>
                <a:lnTo>
                  <a:pt x="673404" y="93218"/>
                </a:lnTo>
                <a:lnTo>
                  <a:pt x="631240" y="93218"/>
                </a:lnTo>
                <a:lnTo>
                  <a:pt x="625740" y="88926"/>
                </a:lnTo>
                <a:lnTo>
                  <a:pt x="619812" y="85102"/>
                </a:lnTo>
                <a:lnTo>
                  <a:pt x="584231" y="73817"/>
                </a:lnTo>
                <a:lnTo>
                  <a:pt x="576173" y="73482"/>
                </a:lnTo>
                <a:close/>
              </a:path>
              <a:path w="756284" h="343535">
                <a:moveTo>
                  <a:pt x="673404" y="256107"/>
                </a:moveTo>
                <a:lnTo>
                  <a:pt x="631230" y="256107"/>
                </a:lnTo>
                <a:lnTo>
                  <a:pt x="631939" y="260172"/>
                </a:lnTo>
                <a:lnTo>
                  <a:pt x="633780" y="263842"/>
                </a:lnTo>
                <a:lnTo>
                  <a:pt x="640771" y="271437"/>
                </a:lnTo>
                <a:lnTo>
                  <a:pt x="640902" y="271437"/>
                </a:lnTo>
                <a:lnTo>
                  <a:pt x="645807" y="273481"/>
                </a:lnTo>
                <a:lnTo>
                  <a:pt x="658164" y="273481"/>
                </a:lnTo>
                <a:lnTo>
                  <a:pt x="663054" y="271437"/>
                </a:lnTo>
                <a:lnTo>
                  <a:pt x="665108" y="269394"/>
                </a:lnTo>
                <a:lnTo>
                  <a:pt x="671360" y="262890"/>
                </a:lnTo>
                <a:lnTo>
                  <a:pt x="673404" y="257797"/>
                </a:lnTo>
                <a:lnTo>
                  <a:pt x="673404" y="256107"/>
                </a:lnTo>
                <a:close/>
              </a:path>
              <a:path w="756284" h="343535">
                <a:moveTo>
                  <a:pt x="673404" y="113893"/>
                </a:moveTo>
                <a:lnTo>
                  <a:pt x="580021" y="113893"/>
                </a:lnTo>
                <a:lnTo>
                  <a:pt x="587446" y="114379"/>
                </a:lnTo>
                <a:lnTo>
                  <a:pt x="594421" y="115836"/>
                </a:lnTo>
                <a:lnTo>
                  <a:pt x="625563" y="143446"/>
                </a:lnTo>
                <a:lnTo>
                  <a:pt x="632307" y="174891"/>
                </a:lnTo>
                <a:lnTo>
                  <a:pt x="631875" y="183612"/>
                </a:lnTo>
                <a:lnTo>
                  <a:pt x="617486" y="219186"/>
                </a:lnTo>
                <a:lnTo>
                  <a:pt x="580021" y="236575"/>
                </a:lnTo>
                <a:lnTo>
                  <a:pt x="673404" y="236575"/>
                </a:lnTo>
                <a:lnTo>
                  <a:pt x="673404" y="113893"/>
                </a:lnTo>
                <a:close/>
              </a:path>
              <a:path w="756284" h="343535">
                <a:moveTo>
                  <a:pt x="658114" y="76288"/>
                </a:moveTo>
                <a:lnTo>
                  <a:pt x="645871" y="76288"/>
                </a:lnTo>
                <a:lnTo>
                  <a:pt x="640740" y="78371"/>
                </a:lnTo>
                <a:lnTo>
                  <a:pt x="633831" y="85585"/>
                </a:lnTo>
                <a:lnTo>
                  <a:pt x="632101" y="88926"/>
                </a:lnTo>
                <a:lnTo>
                  <a:pt x="631990" y="89141"/>
                </a:lnTo>
                <a:lnTo>
                  <a:pt x="631240" y="93218"/>
                </a:lnTo>
                <a:lnTo>
                  <a:pt x="673404" y="93218"/>
                </a:lnTo>
                <a:lnTo>
                  <a:pt x="673404" y="91592"/>
                </a:lnTo>
                <a:lnTo>
                  <a:pt x="671427" y="86715"/>
                </a:lnTo>
                <a:lnTo>
                  <a:pt x="671360" y="86550"/>
                </a:lnTo>
                <a:lnTo>
                  <a:pt x="663181" y="78371"/>
                </a:lnTo>
                <a:lnTo>
                  <a:pt x="658114" y="76288"/>
                </a:lnTo>
                <a:close/>
              </a:path>
              <a:path w="756284" h="343535">
                <a:moveTo>
                  <a:pt x="740918" y="0"/>
                </a:moveTo>
                <a:lnTo>
                  <a:pt x="728738" y="0"/>
                </a:lnTo>
                <a:lnTo>
                  <a:pt x="723658" y="2082"/>
                </a:lnTo>
                <a:lnTo>
                  <a:pt x="719505" y="6235"/>
                </a:lnTo>
                <a:lnTo>
                  <a:pt x="715456" y="10337"/>
                </a:lnTo>
                <a:lnTo>
                  <a:pt x="713435" y="15354"/>
                </a:lnTo>
                <a:lnTo>
                  <a:pt x="713479" y="257848"/>
                </a:lnTo>
                <a:lnTo>
                  <a:pt x="715403" y="262801"/>
                </a:lnTo>
                <a:lnTo>
                  <a:pt x="719410" y="267157"/>
                </a:lnTo>
                <a:lnTo>
                  <a:pt x="723324" y="271373"/>
                </a:lnTo>
                <a:lnTo>
                  <a:pt x="728281" y="273481"/>
                </a:lnTo>
                <a:lnTo>
                  <a:pt x="740295" y="273481"/>
                </a:lnTo>
                <a:lnTo>
                  <a:pt x="745363" y="271373"/>
                </a:lnTo>
                <a:lnTo>
                  <a:pt x="749579" y="267157"/>
                </a:lnTo>
                <a:lnTo>
                  <a:pt x="753846" y="262940"/>
                </a:lnTo>
                <a:lnTo>
                  <a:pt x="755992" y="257848"/>
                </a:lnTo>
                <a:lnTo>
                  <a:pt x="755992" y="15354"/>
                </a:lnTo>
                <a:lnTo>
                  <a:pt x="753999" y="10337"/>
                </a:lnTo>
                <a:lnTo>
                  <a:pt x="750011" y="6235"/>
                </a:lnTo>
                <a:lnTo>
                  <a:pt x="746023" y="2082"/>
                </a:lnTo>
                <a:lnTo>
                  <a:pt x="740918" y="0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55726" y="5528183"/>
            <a:ext cx="1057275" cy="2769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66412" y="3343516"/>
            <a:ext cx="6520180" cy="296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355" marR="290830" indent="135890">
              <a:lnSpc>
                <a:spcPct val="100000"/>
              </a:lnSpc>
              <a:spcBef>
                <a:spcPts val="105"/>
              </a:spcBef>
            </a:pP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Web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scraping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can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be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deﬁned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55" dirty="0">
                <a:solidFill>
                  <a:srgbClr val="B75442"/>
                </a:solidFill>
                <a:latin typeface="Tahoma"/>
                <a:cs typeface="Tahoma"/>
              </a:rPr>
              <a:t>as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B75442"/>
                </a:solidFill>
                <a:latin typeface="Tahoma"/>
                <a:cs typeface="Tahoma"/>
              </a:rPr>
              <a:t>the </a:t>
            </a:r>
            <a:r>
              <a:rPr sz="2750" spc="140" dirty="0">
                <a:solidFill>
                  <a:srgbClr val="B75442"/>
                </a:solidFill>
                <a:latin typeface="Tahoma"/>
                <a:cs typeface="Tahoma"/>
              </a:rPr>
              <a:t>automated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method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60" dirty="0">
                <a:solidFill>
                  <a:srgbClr val="B75442"/>
                </a:solidFill>
                <a:latin typeface="Tahoma"/>
                <a:cs typeface="Tahoma"/>
              </a:rPr>
              <a:t>of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750" spc="150" dirty="0">
                <a:solidFill>
                  <a:srgbClr val="B75442"/>
                </a:solidFill>
                <a:latin typeface="Tahoma"/>
                <a:cs typeface="Tahoma"/>
              </a:rPr>
              <a:t>from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the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internet.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125" dirty="0">
                <a:solidFill>
                  <a:srgbClr val="B75442"/>
                </a:solidFill>
                <a:latin typeface="Tahoma"/>
                <a:cs typeface="Tahoma"/>
              </a:rPr>
              <a:t>It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is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essential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endParaRPr sz="2750">
              <a:latin typeface="Tahoma"/>
              <a:cs typeface="Tahoma"/>
            </a:endParaRPr>
          </a:p>
          <a:p>
            <a:pPr marL="23495" marR="5080" indent="2054225">
              <a:lnSpc>
                <a:spcPct val="100000"/>
              </a:lnSpc>
            </a:pPr>
            <a:r>
              <a:rPr sz="2750" spc="-240" dirty="0">
                <a:solidFill>
                  <a:srgbClr val="B75442"/>
                </a:solidFill>
                <a:latin typeface="Tahoma"/>
                <a:cs typeface="Tahoma"/>
              </a:rPr>
              <a:t>,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market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research,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competitive</a:t>
            </a:r>
            <a:r>
              <a:rPr sz="2750" spc="15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intelligence.</a:t>
            </a:r>
            <a:r>
              <a:rPr sz="2750" spc="17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Understanding</a:t>
            </a:r>
            <a:endParaRPr sz="2750">
              <a:latin typeface="Tahoma"/>
              <a:cs typeface="Tahoma"/>
            </a:endParaRPr>
          </a:p>
          <a:p>
            <a:pPr marL="870585" marR="455930" indent="-396240">
              <a:lnSpc>
                <a:spcPts val="3379"/>
              </a:lnSpc>
              <a:spcBef>
                <a:spcPts val="15"/>
              </a:spcBef>
              <a:tabLst>
                <a:tab pos="1842770" algn="l"/>
                <a:tab pos="3756025" algn="l"/>
              </a:tabLst>
            </a:pPr>
            <a:r>
              <a:rPr sz="2750" spc="30" dirty="0">
                <a:solidFill>
                  <a:srgbClr val="B75442"/>
                </a:solidFill>
                <a:latin typeface="Tahoma"/>
                <a:cs typeface="Tahoma"/>
              </a:rPr>
              <a:t>its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	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implications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is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crucial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responsible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B75442"/>
                </a:solidFill>
                <a:latin typeface="Tahoma"/>
                <a:cs typeface="Tahoma"/>
              </a:rPr>
              <a:t>usage.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9233535" marR="5080" indent="-1374140">
              <a:lnSpc>
                <a:spcPts val="3300"/>
              </a:lnSpc>
              <a:spcBef>
                <a:spcPts val="775"/>
              </a:spcBef>
            </a:pPr>
            <a:r>
              <a:rPr sz="3300" spc="315" dirty="0">
                <a:solidFill>
                  <a:srgbClr val="434343"/>
                </a:solidFill>
              </a:rPr>
              <a:t>UNDERSTANDING</a:t>
            </a:r>
            <a:r>
              <a:rPr sz="3300" spc="120" dirty="0">
                <a:solidFill>
                  <a:srgbClr val="434343"/>
                </a:solidFill>
              </a:rPr>
              <a:t> </a:t>
            </a:r>
            <a:r>
              <a:rPr sz="3300" spc="290" dirty="0">
                <a:solidFill>
                  <a:srgbClr val="434343"/>
                </a:solidFill>
              </a:rPr>
              <a:t>WEB </a:t>
            </a:r>
            <a:r>
              <a:rPr sz="3300" spc="265" dirty="0">
                <a:solidFill>
                  <a:srgbClr val="434343"/>
                </a:solidFill>
              </a:rPr>
              <a:t>SCRAPING</a:t>
            </a:r>
            <a:endParaRPr sz="3300"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65" y="2583281"/>
            <a:ext cx="8848724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34702"/>
            <a:ext cx="9148445" cy="352425"/>
          </a:xfrm>
          <a:custGeom>
            <a:avLst/>
            <a:gdLst/>
            <a:ahLst/>
            <a:cxnLst/>
            <a:rect l="l" t="t" r="r" b="b"/>
            <a:pathLst>
              <a:path w="9148445" h="352425">
                <a:moveTo>
                  <a:pt x="9147873" y="0"/>
                </a:moveTo>
                <a:lnTo>
                  <a:pt x="0" y="0"/>
                </a:lnTo>
                <a:lnTo>
                  <a:pt x="0" y="352424"/>
                </a:lnTo>
                <a:lnTo>
                  <a:pt x="9147873" y="352424"/>
                </a:lnTo>
                <a:lnTo>
                  <a:pt x="9147873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89148" y="3222562"/>
            <a:ext cx="6598920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Several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tools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libraries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facilitate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web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7961" y="3730828"/>
            <a:ext cx="2362771" cy="3434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3869" y="4160443"/>
            <a:ext cx="1124724" cy="3329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84321" y="3641661"/>
            <a:ext cx="2839720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scraping,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such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as</a:t>
            </a:r>
            <a:endParaRPr sz="2750">
              <a:latin typeface="Tahoma"/>
              <a:cs typeface="Tahoma"/>
            </a:endParaRPr>
          </a:p>
          <a:p>
            <a:pPr marL="19685" algn="ctr">
              <a:lnSpc>
                <a:spcPct val="100000"/>
              </a:lnSpc>
            </a:pPr>
            <a:r>
              <a:rPr sz="2750" spc="-240" dirty="0">
                <a:solidFill>
                  <a:srgbClr val="B75442"/>
                </a:solidFill>
                <a:latin typeface="Tahoma"/>
                <a:cs typeface="Tahoma"/>
              </a:rPr>
              <a:t>,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7256" y="4149928"/>
            <a:ext cx="1462062" cy="2769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88011" y="3641661"/>
            <a:ext cx="2141220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13889">
              <a:lnSpc>
                <a:spcPct val="100000"/>
              </a:lnSpc>
              <a:spcBef>
                <a:spcPts val="105"/>
              </a:spcBef>
            </a:pPr>
            <a:r>
              <a:rPr sz="2750" spc="-50" dirty="0">
                <a:solidFill>
                  <a:srgbClr val="B75442"/>
                </a:solidFill>
                <a:latin typeface="Tahoma"/>
                <a:cs typeface="Tahoma"/>
              </a:rPr>
              <a:t>,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750" spc="-280" dirty="0">
                <a:solidFill>
                  <a:srgbClr val="B75442"/>
                </a:solidFill>
                <a:latin typeface="Tahoma"/>
                <a:cs typeface="Tahoma"/>
              </a:rPr>
              <a:t>.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Each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has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30" dirty="0">
                <a:solidFill>
                  <a:srgbClr val="B75442"/>
                </a:solidFill>
                <a:latin typeface="Tahoma"/>
                <a:cs typeface="Tahoma"/>
              </a:rPr>
              <a:t>its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6549" y="4569028"/>
            <a:ext cx="1531302" cy="34345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6522" y="4569028"/>
            <a:ext cx="1963788" cy="27698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728899" y="4479861"/>
            <a:ext cx="6319520" cy="1712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9570" algn="ctr">
              <a:lnSpc>
                <a:spcPct val="100000"/>
              </a:lnSpc>
              <a:spcBef>
                <a:spcPts val="105"/>
              </a:spcBef>
              <a:tabLst>
                <a:tab pos="4345940" algn="l"/>
              </a:tabLst>
            </a:pP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-240" dirty="0">
                <a:solidFill>
                  <a:srgbClr val="B75442"/>
                </a:solidFill>
                <a:latin typeface="Tahoma"/>
                <a:cs typeface="Tahoma"/>
              </a:rPr>
              <a:t>,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making</a:t>
            </a:r>
            <a:endParaRPr sz="275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</a:pP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them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suitable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di</a:t>
            </a:r>
            <a:r>
              <a:rPr sz="2750" spc="215" dirty="0">
                <a:solidFill>
                  <a:srgbClr val="B75442"/>
                </a:solidFill>
                <a:latin typeface="Tahoma"/>
                <a:cs typeface="Tahoma"/>
              </a:rPr>
              <a:t>  </a:t>
            </a:r>
            <a:r>
              <a:rPr sz="2750" spc="75" dirty="0">
                <a:solidFill>
                  <a:srgbClr val="B75442"/>
                </a:solidFill>
                <a:latin typeface="Tahoma"/>
                <a:cs typeface="Tahoma"/>
              </a:rPr>
              <a:t>erent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scraping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tasks.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Choosing</a:t>
            </a:r>
            <a:r>
              <a:rPr sz="2750" spc="-4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the</a:t>
            </a:r>
            <a:r>
              <a:rPr sz="2750" spc="-4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right</a:t>
            </a:r>
            <a:r>
              <a:rPr sz="2750" spc="-4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tool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is</a:t>
            </a:r>
            <a:r>
              <a:rPr sz="2750" spc="-4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B75442"/>
                </a:solidFill>
                <a:latin typeface="Tahoma"/>
                <a:cs typeface="Tahoma"/>
              </a:rPr>
              <a:t>critical</a:t>
            </a:r>
            <a:endParaRPr sz="2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e</a:t>
            </a:r>
            <a:r>
              <a:rPr sz="2750" spc="505" dirty="0">
                <a:solidFill>
                  <a:srgbClr val="B75442"/>
                </a:solidFill>
                <a:latin typeface="Tahoma"/>
                <a:cs typeface="Tahoma"/>
              </a:rPr>
              <a:t> 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cient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75" dirty="0">
                <a:solidFill>
                  <a:srgbClr val="B75442"/>
                </a:solidFill>
                <a:latin typeface="Tahoma"/>
                <a:cs typeface="Tahoma"/>
              </a:rPr>
              <a:t>data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B75442"/>
                </a:solidFill>
                <a:latin typeface="Tahoma"/>
                <a:cs typeface="Tahoma"/>
              </a:rPr>
              <a:t>extraction.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73685" y="2026443"/>
            <a:ext cx="936625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690" dirty="0">
                <a:solidFill>
                  <a:srgbClr val="434343"/>
                </a:solidFill>
              </a:rPr>
              <a:t>COMMON</a:t>
            </a:r>
            <a:r>
              <a:rPr sz="4250" spc="114" dirty="0">
                <a:solidFill>
                  <a:srgbClr val="434343"/>
                </a:solidFill>
              </a:rPr>
              <a:t> </a:t>
            </a:r>
            <a:r>
              <a:rPr sz="4250" spc="340" dirty="0">
                <a:solidFill>
                  <a:srgbClr val="434343"/>
                </a:solidFill>
              </a:rPr>
              <a:t>TOOLS</a:t>
            </a:r>
            <a:r>
              <a:rPr sz="4250" spc="114" dirty="0">
                <a:solidFill>
                  <a:srgbClr val="434343"/>
                </a:solidFill>
              </a:rPr>
              <a:t> </a:t>
            </a:r>
            <a:r>
              <a:rPr sz="4250" spc="530" dirty="0">
                <a:solidFill>
                  <a:srgbClr val="434343"/>
                </a:solidFill>
              </a:rPr>
              <a:t>AND</a:t>
            </a:r>
            <a:r>
              <a:rPr sz="4250" spc="114" dirty="0">
                <a:solidFill>
                  <a:srgbClr val="434343"/>
                </a:solidFill>
              </a:rPr>
              <a:t> </a:t>
            </a:r>
            <a:r>
              <a:rPr sz="4250" spc="280" dirty="0">
                <a:solidFill>
                  <a:srgbClr val="434343"/>
                </a:solidFill>
              </a:rPr>
              <a:t>LIBRARIES</a:t>
            </a:r>
            <a:endParaRPr sz="4250"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69497" y="1426984"/>
            <a:ext cx="6610349" cy="7439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9936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4567999" y="0"/>
                </a:moveTo>
                <a:lnTo>
                  <a:pt x="0" y="0"/>
                </a:lnTo>
                <a:lnTo>
                  <a:pt x="0" y="352424"/>
                </a:lnTo>
                <a:lnTo>
                  <a:pt x="4567999" y="352424"/>
                </a:lnTo>
                <a:lnTo>
                  <a:pt x="4567999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9936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4568062" y="0"/>
                </a:moveTo>
                <a:lnTo>
                  <a:pt x="0" y="0"/>
                </a:lnTo>
                <a:lnTo>
                  <a:pt x="0" y="352425"/>
                </a:lnTo>
                <a:lnTo>
                  <a:pt x="4568062" y="352425"/>
                </a:lnTo>
                <a:lnTo>
                  <a:pt x="4568062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" y="1368755"/>
            <a:ext cx="8096249" cy="7400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48990" y="2079745"/>
            <a:ext cx="7152005" cy="608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800" spc="114" dirty="0">
                <a:solidFill>
                  <a:srgbClr val="434343"/>
                </a:solidFill>
              </a:rPr>
              <a:t>HTTP </a:t>
            </a:r>
            <a:r>
              <a:rPr sz="3800" spc="305" dirty="0">
                <a:solidFill>
                  <a:srgbClr val="434343"/>
                </a:solidFill>
              </a:rPr>
              <a:t>REQUESTS</a:t>
            </a:r>
            <a:r>
              <a:rPr sz="3800" spc="120" dirty="0">
                <a:solidFill>
                  <a:srgbClr val="434343"/>
                </a:solidFill>
              </a:rPr>
              <a:t> </a:t>
            </a:r>
            <a:r>
              <a:rPr sz="3800" spc="360" dirty="0">
                <a:solidFill>
                  <a:srgbClr val="434343"/>
                </a:solidFill>
              </a:rPr>
              <a:t>EXPLAINED</a:t>
            </a:r>
            <a:endParaRPr sz="38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6418" y="3278860"/>
            <a:ext cx="2380234" cy="32943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4858238" y="4532655"/>
            <a:ext cx="644525" cy="266700"/>
          </a:xfrm>
          <a:custGeom>
            <a:avLst/>
            <a:gdLst/>
            <a:ahLst/>
            <a:cxnLst/>
            <a:rect l="l" t="t" r="r" b="b"/>
            <a:pathLst>
              <a:path w="644525" h="266700">
                <a:moveTo>
                  <a:pt x="133985" y="0"/>
                </a:moveTo>
                <a:lnTo>
                  <a:pt x="93712" y="5620"/>
                </a:lnTo>
                <a:lnTo>
                  <a:pt x="58531" y="22018"/>
                </a:lnTo>
                <a:lnTo>
                  <a:pt x="30091" y="47546"/>
                </a:lnTo>
                <a:lnTo>
                  <a:pt x="15919" y="68586"/>
                </a:lnTo>
                <a:lnTo>
                  <a:pt x="15803" y="68778"/>
                </a:lnTo>
                <a:lnTo>
                  <a:pt x="2555" y="105854"/>
                </a:lnTo>
                <a:lnTo>
                  <a:pt x="54" y="132003"/>
                </a:lnTo>
                <a:lnTo>
                  <a:pt x="0" y="133197"/>
                </a:lnTo>
                <a:lnTo>
                  <a:pt x="5732" y="173197"/>
                </a:lnTo>
                <a:lnTo>
                  <a:pt x="22447" y="208251"/>
                </a:lnTo>
                <a:lnTo>
                  <a:pt x="48258" y="236541"/>
                </a:lnTo>
                <a:lnTo>
                  <a:pt x="81280" y="256311"/>
                </a:lnTo>
                <a:lnTo>
                  <a:pt x="120052" y="265835"/>
                </a:lnTo>
                <a:lnTo>
                  <a:pt x="133985" y="266471"/>
                </a:lnTo>
                <a:lnTo>
                  <a:pt x="144748" y="266071"/>
                </a:lnTo>
                <a:lnTo>
                  <a:pt x="185683" y="256596"/>
                </a:lnTo>
                <a:lnTo>
                  <a:pt x="219837" y="235204"/>
                </a:lnTo>
                <a:lnTo>
                  <a:pt x="222758" y="228396"/>
                </a:lnTo>
                <a:lnTo>
                  <a:pt x="222758" y="223926"/>
                </a:lnTo>
                <a:lnTo>
                  <a:pt x="133985" y="223926"/>
                </a:lnTo>
                <a:lnTo>
                  <a:pt x="121463" y="223178"/>
                </a:lnTo>
                <a:lnTo>
                  <a:pt x="78567" y="205447"/>
                </a:lnTo>
                <a:lnTo>
                  <a:pt x="51186" y="168919"/>
                </a:lnTo>
                <a:lnTo>
                  <a:pt x="44704" y="133197"/>
                </a:lnTo>
                <a:lnTo>
                  <a:pt x="45230" y="123913"/>
                </a:lnTo>
                <a:lnTo>
                  <a:pt x="45353" y="121742"/>
                </a:lnTo>
                <a:lnTo>
                  <a:pt x="45420" y="120560"/>
                </a:lnTo>
                <a:lnTo>
                  <a:pt x="62616" y="77211"/>
                </a:lnTo>
                <a:lnTo>
                  <a:pt x="98516" y="49274"/>
                </a:lnTo>
                <a:lnTo>
                  <a:pt x="133985" y="42545"/>
                </a:lnTo>
                <a:lnTo>
                  <a:pt x="212037" y="42545"/>
                </a:lnTo>
                <a:lnTo>
                  <a:pt x="212598" y="41148"/>
                </a:lnTo>
                <a:lnTo>
                  <a:pt x="212598" y="31813"/>
                </a:lnTo>
                <a:lnTo>
                  <a:pt x="211836" y="28422"/>
                </a:lnTo>
                <a:lnTo>
                  <a:pt x="210185" y="25120"/>
                </a:lnTo>
                <a:lnTo>
                  <a:pt x="208534" y="21755"/>
                </a:lnTo>
                <a:lnTo>
                  <a:pt x="205867" y="19164"/>
                </a:lnTo>
                <a:lnTo>
                  <a:pt x="202311" y="17335"/>
                </a:lnTo>
                <a:lnTo>
                  <a:pt x="194881" y="13223"/>
                </a:lnTo>
                <a:lnTo>
                  <a:pt x="187071" y="9672"/>
                </a:lnTo>
                <a:lnTo>
                  <a:pt x="178879" y="6685"/>
                </a:lnTo>
                <a:lnTo>
                  <a:pt x="170307" y="4267"/>
                </a:lnTo>
                <a:lnTo>
                  <a:pt x="161861" y="2497"/>
                </a:lnTo>
                <a:lnTo>
                  <a:pt x="162053" y="2497"/>
                </a:lnTo>
                <a:lnTo>
                  <a:pt x="152384" y="1066"/>
                </a:lnTo>
                <a:lnTo>
                  <a:pt x="143250" y="266"/>
                </a:lnTo>
                <a:lnTo>
                  <a:pt x="133985" y="0"/>
                </a:lnTo>
                <a:close/>
              </a:path>
              <a:path w="644525" h="266700">
                <a:moveTo>
                  <a:pt x="207899" y="121742"/>
                </a:moveTo>
                <a:lnTo>
                  <a:pt x="131826" y="121742"/>
                </a:lnTo>
                <a:lnTo>
                  <a:pt x="126463" y="123913"/>
                </a:lnTo>
                <a:lnTo>
                  <a:pt x="126632" y="123913"/>
                </a:lnTo>
                <a:lnTo>
                  <a:pt x="118618" y="132003"/>
                </a:lnTo>
                <a:lnTo>
                  <a:pt x="116586" y="137033"/>
                </a:lnTo>
                <a:lnTo>
                  <a:pt x="116586" y="148996"/>
                </a:lnTo>
                <a:lnTo>
                  <a:pt x="118618" y="154038"/>
                </a:lnTo>
                <a:lnTo>
                  <a:pt x="126746" y="162242"/>
                </a:lnTo>
                <a:lnTo>
                  <a:pt x="131826" y="164299"/>
                </a:lnTo>
                <a:lnTo>
                  <a:pt x="180721" y="164299"/>
                </a:lnTo>
                <a:lnTo>
                  <a:pt x="184531" y="210870"/>
                </a:lnTo>
                <a:lnTo>
                  <a:pt x="147256" y="223029"/>
                </a:lnTo>
                <a:lnTo>
                  <a:pt x="133985" y="223926"/>
                </a:lnTo>
                <a:lnTo>
                  <a:pt x="222758" y="223926"/>
                </a:lnTo>
                <a:lnTo>
                  <a:pt x="222758" y="137553"/>
                </a:lnTo>
                <a:lnTo>
                  <a:pt x="220726" y="132511"/>
                </a:lnTo>
                <a:lnTo>
                  <a:pt x="216789" y="128231"/>
                </a:lnTo>
                <a:lnTo>
                  <a:pt x="212979" y="123913"/>
                </a:lnTo>
                <a:lnTo>
                  <a:pt x="207899" y="121742"/>
                </a:lnTo>
                <a:close/>
              </a:path>
              <a:path w="644525" h="266700">
                <a:moveTo>
                  <a:pt x="212037" y="42545"/>
                </a:moveTo>
                <a:lnTo>
                  <a:pt x="142748" y="42545"/>
                </a:lnTo>
                <a:lnTo>
                  <a:pt x="151003" y="43573"/>
                </a:lnTo>
                <a:lnTo>
                  <a:pt x="166624" y="47675"/>
                </a:lnTo>
                <a:lnTo>
                  <a:pt x="174117" y="50546"/>
                </a:lnTo>
                <a:lnTo>
                  <a:pt x="181229" y="54254"/>
                </a:lnTo>
                <a:lnTo>
                  <a:pt x="182880" y="54762"/>
                </a:lnTo>
                <a:lnTo>
                  <a:pt x="184531" y="55333"/>
                </a:lnTo>
                <a:lnTo>
                  <a:pt x="186182" y="55956"/>
                </a:lnTo>
                <a:lnTo>
                  <a:pt x="187833" y="56527"/>
                </a:lnTo>
                <a:lnTo>
                  <a:pt x="189738" y="56819"/>
                </a:lnTo>
                <a:lnTo>
                  <a:pt x="197612" y="56819"/>
                </a:lnTo>
                <a:lnTo>
                  <a:pt x="202321" y="54762"/>
                </a:lnTo>
                <a:lnTo>
                  <a:pt x="202633" y="54508"/>
                </a:lnTo>
                <a:lnTo>
                  <a:pt x="206453" y="50546"/>
                </a:lnTo>
                <a:lnTo>
                  <a:pt x="210566" y="46215"/>
                </a:lnTo>
                <a:lnTo>
                  <a:pt x="212037" y="42545"/>
                </a:lnTo>
                <a:close/>
              </a:path>
              <a:path w="644525" h="266700">
                <a:moveTo>
                  <a:pt x="409956" y="3505"/>
                </a:moveTo>
                <a:lnTo>
                  <a:pt x="273558" y="3505"/>
                </a:lnTo>
                <a:lnTo>
                  <a:pt x="268478" y="5549"/>
                </a:lnTo>
                <a:lnTo>
                  <a:pt x="264414" y="9652"/>
                </a:lnTo>
                <a:lnTo>
                  <a:pt x="260223" y="13754"/>
                </a:lnTo>
                <a:lnTo>
                  <a:pt x="258191" y="18796"/>
                </a:lnTo>
                <a:lnTo>
                  <a:pt x="258191" y="247281"/>
                </a:lnTo>
                <a:lnTo>
                  <a:pt x="260223" y="252374"/>
                </a:lnTo>
                <a:lnTo>
                  <a:pt x="264414" y="256654"/>
                </a:lnTo>
                <a:lnTo>
                  <a:pt x="268478" y="260858"/>
                </a:lnTo>
                <a:lnTo>
                  <a:pt x="273558" y="262966"/>
                </a:lnTo>
                <a:lnTo>
                  <a:pt x="409956" y="262966"/>
                </a:lnTo>
                <a:lnTo>
                  <a:pt x="415036" y="261010"/>
                </a:lnTo>
                <a:lnTo>
                  <a:pt x="419227" y="257073"/>
                </a:lnTo>
                <a:lnTo>
                  <a:pt x="423545" y="253149"/>
                </a:lnTo>
                <a:lnTo>
                  <a:pt x="425704" y="248132"/>
                </a:lnTo>
                <a:lnTo>
                  <a:pt x="425704" y="236575"/>
                </a:lnTo>
                <a:lnTo>
                  <a:pt x="423545" y="231736"/>
                </a:lnTo>
                <a:lnTo>
                  <a:pt x="415163" y="223304"/>
                </a:lnTo>
                <a:lnTo>
                  <a:pt x="410083" y="221195"/>
                </a:lnTo>
                <a:lnTo>
                  <a:pt x="301752" y="221195"/>
                </a:lnTo>
                <a:lnTo>
                  <a:pt x="301752" y="150622"/>
                </a:lnTo>
                <a:lnTo>
                  <a:pt x="394208" y="150622"/>
                </a:lnTo>
                <a:lnTo>
                  <a:pt x="399161" y="148742"/>
                </a:lnTo>
                <a:lnTo>
                  <a:pt x="403479" y="144983"/>
                </a:lnTo>
                <a:lnTo>
                  <a:pt x="407797" y="141160"/>
                </a:lnTo>
                <a:lnTo>
                  <a:pt x="409956" y="136220"/>
                </a:lnTo>
                <a:lnTo>
                  <a:pt x="409956" y="124028"/>
                </a:lnTo>
                <a:lnTo>
                  <a:pt x="407797" y="119011"/>
                </a:lnTo>
                <a:lnTo>
                  <a:pt x="403606" y="115087"/>
                </a:lnTo>
                <a:lnTo>
                  <a:pt x="399288" y="111150"/>
                </a:lnTo>
                <a:lnTo>
                  <a:pt x="394208" y="109181"/>
                </a:lnTo>
                <a:lnTo>
                  <a:pt x="301752" y="109181"/>
                </a:lnTo>
                <a:lnTo>
                  <a:pt x="301752" y="44932"/>
                </a:lnTo>
                <a:lnTo>
                  <a:pt x="409829" y="44932"/>
                </a:lnTo>
                <a:lnTo>
                  <a:pt x="414909" y="43053"/>
                </a:lnTo>
                <a:lnTo>
                  <a:pt x="419227" y="39293"/>
                </a:lnTo>
                <a:lnTo>
                  <a:pt x="423545" y="35483"/>
                </a:lnTo>
                <a:lnTo>
                  <a:pt x="425704" y="30530"/>
                </a:lnTo>
                <a:lnTo>
                  <a:pt x="425704" y="18338"/>
                </a:lnTo>
                <a:lnTo>
                  <a:pt x="423545" y="13322"/>
                </a:lnTo>
                <a:lnTo>
                  <a:pt x="419227" y="9398"/>
                </a:lnTo>
                <a:lnTo>
                  <a:pt x="415130" y="5549"/>
                </a:lnTo>
                <a:lnTo>
                  <a:pt x="415266" y="5549"/>
                </a:lnTo>
                <a:lnTo>
                  <a:pt x="409956" y="3505"/>
                </a:lnTo>
                <a:close/>
              </a:path>
              <a:path w="644525" h="266700">
                <a:moveTo>
                  <a:pt x="301752" y="2133"/>
                </a:moveTo>
                <a:lnTo>
                  <a:pt x="301117" y="3505"/>
                </a:lnTo>
                <a:lnTo>
                  <a:pt x="301752" y="3505"/>
                </a:lnTo>
                <a:lnTo>
                  <a:pt x="301752" y="2133"/>
                </a:lnTo>
                <a:close/>
              </a:path>
              <a:path w="644525" h="266700">
                <a:moveTo>
                  <a:pt x="563118" y="44602"/>
                </a:moveTo>
                <a:lnTo>
                  <a:pt x="518922" y="44602"/>
                </a:lnTo>
                <a:lnTo>
                  <a:pt x="518922" y="247345"/>
                </a:lnTo>
                <a:lnTo>
                  <a:pt x="521081" y="252437"/>
                </a:lnTo>
                <a:lnTo>
                  <a:pt x="529463" y="260858"/>
                </a:lnTo>
                <a:lnTo>
                  <a:pt x="534670" y="262966"/>
                </a:lnTo>
                <a:lnTo>
                  <a:pt x="547370" y="262966"/>
                </a:lnTo>
                <a:lnTo>
                  <a:pt x="552577" y="260858"/>
                </a:lnTo>
                <a:lnTo>
                  <a:pt x="556895" y="256654"/>
                </a:lnTo>
                <a:lnTo>
                  <a:pt x="561086" y="252437"/>
                </a:lnTo>
                <a:lnTo>
                  <a:pt x="563118" y="247345"/>
                </a:lnTo>
                <a:lnTo>
                  <a:pt x="563118" y="44602"/>
                </a:lnTo>
                <a:close/>
              </a:path>
              <a:path w="644525" h="266700">
                <a:moveTo>
                  <a:pt x="628269" y="3505"/>
                </a:moveTo>
                <a:lnTo>
                  <a:pt x="453898" y="3505"/>
                </a:lnTo>
                <a:lnTo>
                  <a:pt x="448818" y="5410"/>
                </a:lnTo>
                <a:lnTo>
                  <a:pt x="444627" y="9220"/>
                </a:lnTo>
                <a:lnTo>
                  <a:pt x="440563" y="13042"/>
                </a:lnTo>
                <a:lnTo>
                  <a:pt x="438404" y="17970"/>
                </a:lnTo>
                <a:lnTo>
                  <a:pt x="438404" y="30099"/>
                </a:lnTo>
                <a:lnTo>
                  <a:pt x="440563" y="35052"/>
                </a:lnTo>
                <a:lnTo>
                  <a:pt x="444627" y="38874"/>
                </a:lnTo>
                <a:lnTo>
                  <a:pt x="448943" y="42799"/>
                </a:lnTo>
                <a:lnTo>
                  <a:pt x="449120" y="42799"/>
                </a:lnTo>
                <a:lnTo>
                  <a:pt x="453898" y="44602"/>
                </a:lnTo>
                <a:lnTo>
                  <a:pt x="628142" y="44602"/>
                </a:lnTo>
                <a:lnTo>
                  <a:pt x="633222" y="42799"/>
                </a:lnTo>
                <a:lnTo>
                  <a:pt x="637540" y="39217"/>
                </a:lnTo>
                <a:lnTo>
                  <a:pt x="641858" y="35572"/>
                </a:lnTo>
                <a:lnTo>
                  <a:pt x="644144" y="30492"/>
                </a:lnTo>
                <a:lnTo>
                  <a:pt x="644144" y="17970"/>
                </a:lnTo>
                <a:lnTo>
                  <a:pt x="641922" y="13042"/>
                </a:lnTo>
                <a:lnTo>
                  <a:pt x="641858" y="12903"/>
                </a:lnTo>
                <a:lnTo>
                  <a:pt x="633251" y="5410"/>
                </a:lnTo>
                <a:lnTo>
                  <a:pt x="628269" y="3505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79368" y="4951755"/>
            <a:ext cx="864235" cy="266700"/>
          </a:xfrm>
          <a:custGeom>
            <a:avLst/>
            <a:gdLst/>
            <a:ahLst/>
            <a:cxnLst/>
            <a:rect l="l" t="t" r="r" b="b"/>
            <a:pathLst>
              <a:path w="864234" h="266700">
                <a:moveTo>
                  <a:pt x="103212" y="3505"/>
                </a:moveTo>
                <a:lnTo>
                  <a:pt x="15354" y="3505"/>
                </a:lnTo>
                <a:lnTo>
                  <a:pt x="10312" y="5549"/>
                </a:lnTo>
                <a:lnTo>
                  <a:pt x="6146" y="9652"/>
                </a:lnTo>
                <a:lnTo>
                  <a:pt x="2044" y="13754"/>
                </a:lnTo>
                <a:lnTo>
                  <a:pt x="0" y="18796"/>
                </a:lnTo>
                <a:lnTo>
                  <a:pt x="23" y="247230"/>
                </a:lnTo>
                <a:lnTo>
                  <a:pt x="1923" y="252285"/>
                </a:lnTo>
                <a:lnTo>
                  <a:pt x="5638" y="256565"/>
                </a:lnTo>
                <a:lnTo>
                  <a:pt x="9448" y="260832"/>
                </a:lnTo>
                <a:lnTo>
                  <a:pt x="14554" y="262966"/>
                </a:lnTo>
                <a:lnTo>
                  <a:pt x="27025" y="262966"/>
                </a:lnTo>
                <a:lnTo>
                  <a:pt x="32042" y="260832"/>
                </a:lnTo>
                <a:lnTo>
                  <a:pt x="39903" y="252285"/>
                </a:lnTo>
                <a:lnTo>
                  <a:pt x="41859" y="247230"/>
                </a:lnTo>
                <a:lnTo>
                  <a:pt x="41859" y="164630"/>
                </a:lnTo>
                <a:lnTo>
                  <a:pt x="103212" y="164630"/>
                </a:lnTo>
                <a:lnTo>
                  <a:pt x="141655" y="153784"/>
                </a:lnTo>
                <a:lnTo>
                  <a:pt x="168478" y="124472"/>
                </a:lnTo>
                <a:lnTo>
                  <a:pt x="169052" y="123202"/>
                </a:lnTo>
                <a:lnTo>
                  <a:pt x="41859" y="123202"/>
                </a:lnTo>
                <a:lnTo>
                  <a:pt x="41859" y="44932"/>
                </a:lnTo>
                <a:lnTo>
                  <a:pt x="169575" y="44932"/>
                </a:lnTo>
                <a:lnTo>
                  <a:pt x="168478" y="42545"/>
                </a:lnTo>
                <a:lnTo>
                  <a:pt x="141566" y="14008"/>
                </a:lnTo>
                <a:lnTo>
                  <a:pt x="113583" y="4160"/>
                </a:lnTo>
                <a:lnTo>
                  <a:pt x="103212" y="3505"/>
                </a:lnTo>
                <a:close/>
              </a:path>
              <a:path w="864234" h="266700">
                <a:moveTo>
                  <a:pt x="169575" y="44932"/>
                </a:moveTo>
                <a:lnTo>
                  <a:pt x="109359" y="44932"/>
                </a:lnTo>
                <a:lnTo>
                  <a:pt x="114795" y="46621"/>
                </a:lnTo>
                <a:lnTo>
                  <a:pt x="119519" y="49974"/>
                </a:lnTo>
                <a:lnTo>
                  <a:pt x="124256" y="53276"/>
                </a:lnTo>
                <a:lnTo>
                  <a:pt x="128092" y="57785"/>
                </a:lnTo>
                <a:lnTo>
                  <a:pt x="134023" y="69176"/>
                </a:lnTo>
                <a:lnTo>
                  <a:pt x="135496" y="75869"/>
                </a:lnTo>
                <a:lnTo>
                  <a:pt x="135496" y="90843"/>
                </a:lnTo>
                <a:lnTo>
                  <a:pt x="133997" y="97599"/>
                </a:lnTo>
                <a:lnTo>
                  <a:pt x="130975" y="103809"/>
                </a:lnTo>
                <a:lnTo>
                  <a:pt x="128016" y="109956"/>
                </a:lnTo>
                <a:lnTo>
                  <a:pt x="124167" y="114744"/>
                </a:lnTo>
                <a:lnTo>
                  <a:pt x="114769" y="121513"/>
                </a:lnTo>
                <a:lnTo>
                  <a:pt x="109359" y="123202"/>
                </a:lnTo>
                <a:lnTo>
                  <a:pt x="169052" y="123202"/>
                </a:lnTo>
                <a:lnTo>
                  <a:pt x="172778" y="114964"/>
                </a:lnTo>
                <a:lnTo>
                  <a:pt x="175850" y="104975"/>
                </a:lnTo>
                <a:lnTo>
                  <a:pt x="177693" y="94504"/>
                </a:lnTo>
                <a:lnTo>
                  <a:pt x="178308" y="83553"/>
                </a:lnTo>
                <a:lnTo>
                  <a:pt x="177693" y="72404"/>
                </a:lnTo>
                <a:lnTo>
                  <a:pt x="175850" y="61853"/>
                </a:lnTo>
                <a:lnTo>
                  <a:pt x="172778" y="51901"/>
                </a:lnTo>
                <a:lnTo>
                  <a:pt x="169575" y="44932"/>
                </a:lnTo>
                <a:close/>
              </a:path>
              <a:path w="864234" h="266700">
                <a:moveTo>
                  <a:pt x="319798" y="0"/>
                </a:moveTo>
                <a:lnTo>
                  <a:pt x="281211" y="5673"/>
                </a:lnTo>
                <a:lnTo>
                  <a:pt x="238547" y="29591"/>
                </a:lnTo>
                <a:lnTo>
                  <a:pt x="208860" y="68648"/>
                </a:lnTo>
                <a:lnTo>
                  <a:pt x="196856" y="105679"/>
                </a:lnTo>
                <a:lnTo>
                  <a:pt x="194551" y="133197"/>
                </a:lnTo>
                <a:lnTo>
                  <a:pt x="195087" y="146144"/>
                </a:lnTo>
                <a:lnTo>
                  <a:pt x="195127" y="147118"/>
                </a:lnTo>
                <a:lnTo>
                  <a:pt x="203771" y="185737"/>
                </a:lnTo>
                <a:lnTo>
                  <a:pt x="229755" y="228206"/>
                </a:lnTo>
                <a:lnTo>
                  <a:pt x="269392" y="256476"/>
                </a:lnTo>
                <a:lnTo>
                  <a:pt x="306361" y="265847"/>
                </a:lnTo>
                <a:lnTo>
                  <a:pt x="319798" y="266471"/>
                </a:lnTo>
                <a:lnTo>
                  <a:pt x="333091" y="265847"/>
                </a:lnTo>
                <a:lnTo>
                  <a:pt x="381080" y="250930"/>
                </a:lnTo>
                <a:lnTo>
                  <a:pt x="413249" y="223926"/>
                </a:lnTo>
                <a:lnTo>
                  <a:pt x="319798" y="223926"/>
                </a:lnTo>
                <a:lnTo>
                  <a:pt x="308275" y="223211"/>
                </a:lnTo>
                <a:lnTo>
                  <a:pt x="269402" y="206151"/>
                </a:lnTo>
                <a:lnTo>
                  <a:pt x="245048" y="169766"/>
                </a:lnTo>
                <a:lnTo>
                  <a:pt x="239229" y="133197"/>
                </a:lnTo>
                <a:lnTo>
                  <a:pt x="239875" y="120179"/>
                </a:lnTo>
                <a:lnTo>
                  <a:pt x="255193" y="76258"/>
                </a:lnTo>
                <a:lnTo>
                  <a:pt x="287348" y="48985"/>
                </a:lnTo>
                <a:lnTo>
                  <a:pt x="319798" y="42545"/>
                </a:lnTo>
                <a:lnTo>
                  <a:pt x="413500" y="42545"/>
                </a:lnTo>
                <a:lnTo>
                  <a:pt x="409765" y="38100"/>
                </a:lnTo>
                <a:lnTo>
                  <a:pt x="369951" y="10083"/>
                </a:lnTo>
                <a:lnTo>
                  <a:pt x="333091" y="630"/>
                </a:lnTo>
                <a:lnTo>
                  <a:pt x="319798" y="0"/>
                </a:lnTo>
                <a:close/>
              </a:path>
              <a:path w="864234" h="266700">
                <a:moveTo>
                  <a:pt x="413500" y="42545"/>
                </a:moveTo>
                <a:lnTo>
                  <a:pt x="319798" y="42545"/>
                </a:lnTo>
                <a:lnTo>
                  <a:pt x="331307" y="43261"/>
                </a:lnTo>
                <a:lnTo>
                  <a:pt x="342077" y="45408"/>
                </a:lnTo>
                <a:lnTo>
                  <a:pt x="377491" y="67706"/>
                </a:lnTo>
                <a:lnTo>
                  <a:pt x="397740" y="107964"/>
                </a:lnTo>
                <a:lnTo>
                  <a:pt x="400367" y="133197"/>
                </a:lnTo>
                <a:lnTo>
                  <a:pt x="399710" y="146144"/>
                </a:lnTo>
                <a:lnTo>
                  <a:pt x="384142" y="190130"/>
                </a:lnTo>
                <a:lnTo>
                  <a:pt x="352109" y="217491"/>
                </a:lnTo>
                <a:lnTo>
                  <a:pt x="319798" y="223926"/>
                </a:lnTo>
                <a:lnTo>
                  <a:pt x="413249" y="223926"/>
                </a:lnTo>
                <a:lnTo>
                  <a:pt x="435737" y="185737"/>
                </a:lnTo>
                <a:lnTo>
                  <a:pt x="444391" y="147118"/>
                </a:lnTo>
                <a:lnTo>
                  <a:pt x="444969" y="133197"/>
                </a:lnTo>
                <a:lnTo>
                  <a:pt x="444433" y="120179"/>
                </a:lnTo>
                <a:lnTo>
                  <a:pt x="435737" y="80391"/>
                </a:lnTo>
                <a:lnTo>
                  <a:pt x="417668" y="47506"/>
                </a:lnTo>
                <a:lnTo>
                  <a:pt x="413500" y="42545"/>
                </a:lnTo>
                <a:close/>
              </a:path>
              <a:path w="864234" h="266700">
                <a:moveTo>
                  <a:pt x="485965" y="193509"/>
                </a:moveTo>
                <a:lnTo>
                  <a:pt x="474624" y="193509"/>
                </a:lnTo>
                <a:lnTo>
                  <a:pt x="469582" y="195707"/>
                </a:lnTo>
                <a:lnTo>
                  <a:pt x="461505" y="204482"/>
                </a:lnTo>
                <a:lnTo>
                  <a:pt x="459473" y="209486"/>
                </a:lnTo>
                <a:lnTo>
                  <a:pt x="459473" y="218655"/>
                </a:lnTo>
                <a:lnTo>
                  <a:pt x="486943" y="247659"/>
                </a:lnTo>
                <a:lnTo>
                  <a:pt x="529939" y="264423"/>
                </a:lnTo>
                <a:lnTo>
                  <a:pt x="555675" y="266471"/>
                </a:lnTo>
                <a:lnTo>
                  <a:pt x="567863" y="265740"/>
                </a:lnTo>
                <a:lnTo>
                  <a:pt x="610610" y="251697"/>
                </a:lnTo>
                <a:lnTo>
                  <a:pt x="637031" y="224701"/>
                </a:lnTo>
                <a:lnTo>
                  <a:pt x="556910" y="224701"/>
                </a:lnTo>
                <a:lnTo>
                  <a:pt x="545924" y="224211"/>
                </a:lnTo>
                <a:lnTo>
                  <a:pt x="507725" y="210321"/>
                </a:lnTo>
                <a:lnTo>
                  <a:pt x="490601" y="195503"/>
                </a:lnTo>
                <a:lnTo>
                  <a:pt x="485965" y="193509"/>
                </a:lnTo>
                <a:close/>
              </a:path>
              <a:path w="864234" h="266700">
                <a:moveTo>
                  <a:pt x="556615" y="0"/>
                </a:moveTo>
                <a:lnTo>
                  <a:pt x="510832" y="8966"/>
                </a:lnTo>
                <a:lnTo>
                  <a:pt x="478878" y="34683"/>
                </a:lnTo>
                <a:lnTo>
                  <a:pt x="467169" y="73736"/>
                </a:lnTo>
                <a:lnTo>
                  <a:pt x="467435" y="79654"/>
                </a:lnTo>
                <a:lnTo>
                  <a:pt x="467548" y="82148"/>
                </a:lnTo>
                <a:lnTo>
                  <a:pt x="485052" y="121794"/>
                </a:lnTo>
                <a:lnTo>
                  <a:pt x="522582" y="144395"/>
                </a:lnTo>
                <a:lnTo>
                  <a:pt x="554690" y="153628"/>
                </a:lnTo>
                <a:lnTo>
                  <a:pt x="562578" y="155963"/>
                </a:lnTo>
                <a:lnTo>
                  <a:pt x="595744" y="174371"/>
                </a:lnTo>
                <a:lnTo>
                  <a:pt x="600138" y="179387"/>
                </a:lnTo>
                <a:lnTo>
                  <a:pt x="602411" y="185648"/>
                </a:lnTo>
                <a:lnTo>
                  <a:pt x="602571" y="192405"/>
                </a:lnTo>
                <a:lnTo>
                  <a:pt x="602589" y="199034"/>
                </a:lnTo>
                <a:lnTo>
                  <a:pt x="600621" y="204330"/>
                </a:lnTo>
                <a:lnTo>
                  <a:pt x="563728" y="224701"/>
                </a:lnTo>
                <a:lnTo>
                  <a:pt x="637031" y="224701"/>
                </a:lnTo>
                <a:lnTo>
                  <a:pt x="638646" y="222053"/>
                </a:lnTo>
                <a:lnTo>
                  <a:pt x="642440" y="212758"/>
                </a:lnTo>
                <a:lnTo>
                  <a:pt x="644718" y="202875"/>
                </a:lnTo>
                <a:lnTo>
                  <a:pt x="645397" y="193509"/>
                </a:lnTo>
                <a:lnTo>
                  <a:pt x="645477" y="192405"/>
                </a:lnTo>
                <a:lnTo>
                  <a:pt x="645189" y="185648"/>
                </a:lnTo>
                <a:lnTo>
                  <a:pt x="645070" y="182860"/>
                </a:lnTo>
                <a:lnTo>
                  <a:pt x="643894" y="174371"/>
                </a:lnTo>
                <a:lnTo>
                  <a:pt x="643850" y="174055"/>
                </a:lnTo>
                <a:lnTo>
                  <a:pt x="620864" y="135763"/>
                </a:lnTo>
                <a:lnTo>
                  <a:pt x="586207" y="118376"/>
                </a:lnTo>
                <a:lnTo>
                  <a:pt x="561225" y="111150"/>
                </a:lnTo>
                <a:lnTo>
                  <a:pt x="553827" y="109047"/>
                </a:lnTo>
                <a:lnTo>
                  <a:pt x="515861" y="90131"/>
                </a:lnTo>
                <a:lnTo>
                  <a:pt x="509625" y="79654"/>
                </a:lnTo>
                <a:lnTo>
                  <a:pt x="509625" y="66497"/>
                </a:lnTo>
                <a:lnTo>
                  <a:pt x="542907" y="42481"/>
                </a:lnTo>
                <a:lnTo>
                  <a:pt x="556615" y="41440"/>
                </a:lnTo>
                <a:lnTo>
                  <a:pt x="641972" y="41440"/>
                </a:lnTo>
                <a:lnTo>
                  <a:pt x="641972" y="40208"/>
                </a:lnTo>
                <a:lnTo>
                  <a:pt x="609518" y="11642"/>
                </a:lnTo>
                <a:lnTo>
                  <a:pt x="568506" y="559"/>
                </a:lnTo>
                <a:lnTo>
                  <a:pt x="569962" y="559"/>
                </a:lnTo>
                <a:lnTo>
                  <a:pt x="556615" y="0"/>
                </a:lnTo>
                <a:close/>
              </a:path>
              <a:path w="864234" h="266700">
                <a:moveTo>
                  <a:pt x="641972" y="41440"/>
                </a:moveTo>
                <a:lnTo>
                  <a:pt x="563168" y="41440"/>
                </a:lnTo>
                <a:lnTo>
                  <a:pt x="570266" y="42481"/>
                </a:lnTo>
                <a:lnTo>
                  <a:pt x="570007" y="42481"/>
                </a:lnTo>
                <a:lnTo>
                  <a:pt x="582968" y="46278"/>
                </a:lnTo>
                <a:lnTo>
                  <a:pt x="589000" y="48831"/>
                </a:lnTo>
                <a:lnTo>
                  <a:pt x="594474" y="52031"/>
                </a:lnTo>
                <a:lnTo>
                  <a:pt x="599986" y="55168"/>
                </a:lnTo>
                <a:lnTo>
                  <a:pt x="604583" y="58775"/>
                </a:lnTo>
                <a:lnTo>
                  <a:pt x="608318" y="62965"/>
                </a:lnTo>
                <a:lnTo>
                  <a:pt x="611924" y="66065"/>
                </a:lnTo>
                <a:lnTo>
                  <a:pt x="615975" y="67665"/>
                </a:lnTo>
                <a:lnTo>
                  <a:pt x="626046" y="67665"/>
                </a:lnTo>
                <a:lnTo>
                  <a:pt x="631063" y="65506"/>
                </a:lnTo>
                <a:lnTo>
                  <a:pt x="635393" y="61175"/>
                </a:lnTo>
                <a:lnTo>
                  <a:pt x="639775" y="56845"/>
                </a:lnTo>
                <a:lnTo>
                  <a:pt x="641932" y="52031"/>
                </a:lnTo>
                <a:lnTo>
                  <a:pt x="641972" y="41440"/>
                </a:lnTo>
                <a:close/>
              </a:path>
              <a:path w="864234" h="266700">
                <a:moveTo>
                  <a:pt x="783259" y="44602"/>
                </a:moveTo>
                <a:lnTo>
                  <a:pt x="739000" y="44602"/>
                </a:lnTo>
                <a:lnTo>
                  <a:pt x="739000" y="247345"/>
                </a:lnTo>
                <a:lnTo>
                  <a:pt x="741108" y="252437"/>
                </a:lnTo>
                <a:lnTo>
                  <a:pt x="745324" y="256654"/>
                </a:lnTo>
                <a:lnTo>
                  <a:pt x="749592" y="260858"/>
                </a:lnTo>
                <a:lnTo>
                  <a:pt x="754811" y="262966"/>
                </a:lnTo>
                <a:lnTo>
                  <a:pt x="767397" y="262966"/>
                </a:lnTo>
                <a:lnTo>
                  <a:pt x="772718" y="260858"/>
                </a:lnTo>
                <a:lnTo>
                  <a:pt x="781151" y="252437"/>
                </a:lnTo>
                <a:lnTo>
                  <a:pt x="783259" y="247345"/>
                </a:lnTo>
                <a:lnTo>
                  <a:pt x="783259" y="44602"/>
                </a:lnTo>
                <a:close/>
              </a:path>
              <a:path w="864234" h="266700">
                <a:moveTo>
                  <a:pt x="848309" y="3505"/>
                </a:moveTo>
                <a:lnTo>
                  <a:pt x="673925" y="3505"/>
                </a:lnTo>
                <a:lnTo>
                  <a:pt x="668921" y="5410"/>
                </a:lnTo>
                <a:lnTo>
                  <a:pt x="660603" y="13042"/>
                </a:lnTo>
                <a:lnTo>
                  <a:pt x="658520" y="17970"/>
                </a:lnTo>
                <a:lnTo>
                  <a:pt x="658520" y="30099"/>
                </a:lnTo>
                <a:lnTo>
                  <a:pt x="660603" y="35052"/>
                </a:lnTo>
                <a:lnTo>
                  <a:pt x="669046" y="42799"/>
                </a:lnTo>
                <a:lnTo>
                  <a:pt x="669219" y="42799"/>
                </a:lnTo>
                <a:lnTo>
                  <a:pt x="673925" y="44602"/>
                </a:lnTo>
                <a:lnTo>
                  <a:pt x="848245" y="44602"/>
                </a:lnTo>
                <a:lnTo>
                  <a:pt x="853262" y="42799"/>
                </a:lnTo>
                <a:lnTo>
                  <a:pt x="861974" y="35572"/>
                </a:lnTo>
                <a:lnTo>
                  <a:pt x="864171" y="30492"/>
                </a:lnTo>
                <a:lnTo>
                  <a:pt x="864171" y="17970"/>
                </a:lnTo>
                <a:lnTo>
                  <a:pt x="862061" y="13042"/>
                </a:lnTo>
                <a:lnTo>
                  <a:pt x="861999" y="12903"/>
                </a:lnTo>
                <a:lnTo>
                  <a:pt x="853380" y="5410"/>
                </a:lnTo>
                <a:lnTo>
                  <a:pt x="848309" y="3505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73234" y="3175673"/>
            <a:ext cx="6602095" cy="296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  <a:tabLst>
                <a:tab pos="5052695" algn="l"/>
                <a:tab pos="5688330" algn="l"/>
              </a:tabLst>
            </a:pP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Understanding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is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fundamental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web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B75442"/>
                </a:solidFill>
                <a:latin typeface="Tahoma"/>
                <a:cs typeface="Tahoma"/>
              </a:rPr>
              <a:t>scraping.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You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need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know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how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send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requests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90" dirty="0">
                <a:solidFill>
                  <a:srgbClr val="B75442"/>
                </a:solidFill>
                <a:latin typeface="Tahoma"/>
                <a:cs typeface="Tahoma"/>
              </a:rPr>
              <a:t>a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server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handle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B75442"/>
                </a:solidFill>
                <a:latin typeface="Tahoma"/>
                <a:cs typeface="Tahoma"/>
              </a:rPr>
              <a:t>responses.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	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endParaRPr sz="2750">
              <a:latin typeface="Tahoma"/>
              <a:cs typeface="Tahoma"/>
            </a:endParaRPr>
          </a:p>
          <a:p>
            <a:pPr marL="684530" marR="167640" indent="478155">
              <a:lnSpc>
                <a:spcPct val="100000"/>
              </a:lnSpc>
            </a:pP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methods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are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the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most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common,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knowing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B75442"/>
                </a:solidFill>
                <a:latin typeface="Tahoma"/>
                <a:cs typeface="Tahoma"/>
              </a:rPr>
              <a:t>their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di</a:t>
            </a:r>
            <a:r>
              <a:rPr sz="2750" spc="210" dirty="0">
                <a:solidFill>
                  <a:srgbClr val="B75442"/>
                </a:solidFill>
                <a:latin typeface="Tahoma"/>
                <a:cs typeface="Tahoma"/>
              </a:rPr>
              <a:t> 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erences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is</a:t>
            </a:r>
            <a:endParaRPr sz="2750">
              <a:latin typeface="Tahoma"/>
              <a:cs typeface="Tahoma"/>
            </a:endParaRPr>
          </a:p>
          <a:p>
            <a:pPr marL="612140">
              <a:lnSpc>
                <a:spcPct val="100000"/>
              </a:lnSpc>
              <a:spcBef>
                <a:spcPts val="75"/>
              </a:spcBef>
            </a:pP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essential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successful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B75442"/>
                </a:solidFill>
                <a:latin typeface="Tahoma"/>
                <a:cs typeface="Tahoma"/>
              </a:rPr>
              <a:t>scraping.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8270"/>
            <a:chOff x="0" y="0"/>
            <a:chExt cx="1828800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76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352425" y="0"/>
                  </a:moveTo>
                  <a:lnTo>
                    <a:pt x="0" y="0"/>
                  </a:lnTo>
                  <a:lnTo>
                    <a:pt x="0" y="2857500"/>
                  </a:lnTo>
                  <a:lnTo>
                    <a:pt x="352425" y="2857500"/>
                  </a:lnTo>
                  <a:lnTo>
                    <a:pt x="352425" y="0"/>
                  </a:lnTo>
                  <a:close/>
                </a:path>
                <a:path w="18288000" h="10287635">
                  <a:moveTo>
                    <a:pt x="18287988" y="9935007"/>
                  </a:moveTo>
                  <a:lnTo>
                    <a:pt x="0" y="9935007"/>
                  </a:lnTo>
                  <a:lnTo>
                    <a:pt x="0" y="10287432"/>
                  </a:lnTo>
                  <a:lnTo>
                    <a:pt x="18287988" y="10287432"/>
                  </a:lnTo>
                  <a:lnTo>
                    <a:pt x="18287988" y="9935007"/>
                  </a:lnTo>
                  <a:close/>
                </a:path>
                <a:path w="18288000" h="10287635">
                  <a:moveTo>
                    <a:pt x="18287988" y="12"/>
                  </a:moveTo>
                  <a:lnTo>
                    <a:pt x="17957534" y="12"/>
                  </a:lnTo>
                  <a:lnTo>
                    <a:pt x="17957534" y="1419237"/>
                  </a:lnTo>
                  <a:lnTo>
                    <a:pt x="18287988" y="1419237"/>
                  </a:lnTo>
                  <a:lnTo>
                    <a:pt x="18287988" y="12"/>
                  </a:lnTo>
                  <a:close/>
                </a:path>
              </a:pathLst>
            </a:custGeom>
            <a:solidFill>
              <a:srgbClr val="DB75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5681" y="694994"/>
            <a:ext cx="9096375" cy="14763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5875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25"/>
              </a:spcBef>
            </a:pPr>
            <a:r>
              <a:rPr sz="4950" spc="480" dirty="0">
                <a:solidFill>
                  <a:srgbClr val="434343"/>
                </a:solidFill>
              </a:rPr>
              <a:t>HTML</a:t>
            </a:r>
            <a:r>
              <a:rPr sz="4950" spc="125" dirty="0">
                <a:solidFill>
                  <a:srgbClr val="434343"/>
                </a:solidFill>
              </a:rPr>
              <a:t> </a:t>
            </a:r>
            <a:r>
              <a:rPr sz="4950" spc="270" dirty="0">
                <a:solidFill>
                  <a:srgbClr val="434343"/>
                </a:solidFill>
              </a:rPr>
              <a:t>STRUCTURE</a:t>
            </a:r>
            <a:r>
              <a:rPr sz="4950" spc="125" dirty="0">
                <a:solidFill>
                  <a:srgbClr val="434343"/>
                </a:solidFill>
              </a:rPr>
              <a:t> </a:t>
            </a:r>
            <a:r>
              <a:rPr sz="4950" spc="290" dirty="0">
                <a:solidFill>
                  <a:srgbClr val="434343"/>
                </a:solidFill>
              </a:rPr>
              <a:t>BASICS</a:t>
            </a:r>
            <a:endParaRPr sz="4950"/>
          </a:p>
        </p:txBody>
      </p:sp>
      <p:grpSp>
        <p:nvGrpSpPr>
          <p:cNvPr id="6" name="object 6"/>
          <p:cNvGrpSpPr/>
          <p:nvPr/>
        </p:nvGrpSpPr>
        <p:grpSpPr>
          <a:xfrm>
            <a:off x="702497" y="2445004"/>
            <a:ext cx="9096375" cy="5095875"/>
            <a:chOff x="702497" y="2445004"/>
            <a:chExt cx="9096375" cy="5095875"/>
          </a:xfrm>
        </p:grpSpPr>
        <p:sp>
          <p:nvSpPr>
            <p:cNvPr id="7" name="object 7"/>
            <p:cNvSpPr/>
            <p:nvPr/>
          </p:nvSpPr>
          <p:spPr>
            <a:xfrm>
              <a:off x="702497" y="2445004"/>
              <a:ext cx="9096375" cy="5095875"/>
            </a:xfrm>
            <a:custGeom>
              <a:avLst/>
              <a:gdLst/>
              <a:ahLst/>
              <a:cxnLst/>
              <a:rect l="l" t="t" r="r" b="b"/>
              <a:pathLst>
                <a:path w="9096375" h="5095875">
                  <a:moveTo>
                    <a:pt x="9096377" y="0"/>
                  </a:moveTo>
                  <a:lnTo>
                    <a:pt x="0" y="0"/>
                  </a:lnTo>
                  <a:lnTo>
                    <a:pt x="0" y="5095875"/>
                  </a:lnTo>
                  <a:lnTo>
                    <a:pt x="9096377" y="5095875"/>
                  </a:lnTo>
                  <a:lnTo>
                    <a:pt x="9096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7307" y="3247567"/>
              <a:ext cx="2839996" cy="3013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36694" y="3730117"/>
              <a:ext cx="869315" cy="304800"/>
            </a:xfrm>
            <a:custGeom>
              <a:avLst/>
              <a:gdLst/>
              <a:ahLst/>
              <a:cxnLst/>
              <a:rect l="l" t="t" r="r" b="b"/>
              <a:pathLst>
                <a:path w="869314" h="304800">
                  <a:moveTo>
                    <a:pt x="124307" y="4013"/>
                  </a:moveTo>
                  <a:lnTo>
                    <a:pt x="17551" y="4013"/>
                  </a:lnTo>
                  <a:lnTo>
                    <a:pt x="11785" y="6350"/>
                  </a:lnTo>
                  <a:lnTo>
                    <a:pt x="7035" y="11036"/>
                  </a:lnTo>
                  <a:lnTo>
                    <a:pt x="2349" y="15722"/>
                  </a:lnTo>
                  <a:lnTo>
                    <a:pt x="0" y="21488"/>
                  </a:lnTo>
                  <a:lnTo>
                    <a:pt x="0" y="282625"/>
                  </a:lnTo>
                  <a:lnTo>
                    <a:pt x="2349" y="288442"/>
                  </a:lnTo>
                  <a:lnTo>
                    <a:pt x="7035" y="293331"/>
                  </a:lnTo>
                  <a:lnTo>
                    <a:pt x="11722" y="298145"/>
                  </a:lnTo>
                  <a:lnTo>
                    <a:pt x="17487" y="300558"/>
                  </a:lnTo>
                  <a:lnTo>
                    <a:pt x="124307" y="300558"/>
                  </a:lnTo>
                  <a:lnTo>
                    <a:pt x="163075" y="295454"/>
                  </a:lnTo>
                  <a:lnTo>
                    <a:pt x="207747" y="269081"/>
                  </a:lnTo>
                  <a:lnTo>
                    <a:pt x="221517" y="252806"/>
                  </a:lnTo>
                  <a:lnTo>
                    <a:pt x="49809" y="252806"/>
                  </a:lnTo>
                  <a:lnTo>
                    <a:pt x="49809" y="51371"/>
                  </a:lnTo>
                  <a:lnTo>
                    <a:pt x="221025" y="51371"/>
                  </a:lnTo>
                  <a:lnTo>
                    <a:pt x="219214" y="48729"/>
                  </a:lnTo>
                  <a:lnTo>
                    <a:pt x="190873" y="22405"/>
                  </a:lnTo>
                  <a:lnTo>
                    <a:pt x="153646" y="6992"/>
                  </a:lnTo>
                  <a:lnTo>
                    <a:pt x="139428" y="4758"/>
                  </a:lnTo>
                  <a:lnTo>
                    <a:pt x="124307" y="4013"/>
                  </a:lnTo>
                  <a:close/>
                </a:path>
                <a:path w="869314" h="304800">
                  <a:moveTo>
                    <a:pt x="221025" y="51371"/>
                  </a:moveTo>
                  <a:lnTo>
                    <a:pt x="120307" y="51371"/>
                  </a:lnTo>
                  <a:lnTo>
                    <a:pt x="130496" y="51859"/>
                  </a:lnTo>
                  <a:lnTo>
                    <a:pt x="139880" y="53324"/>
                  </a:lnTo>
                  <a:lnTo>
                    <a:pt x="175532" y="74305"/>
                  </a:lnTo>
                  <a:lnTo>
                    <a:pt x="194906" y="113182"/>
                  </a:lnTo>
                  <a:lnTo>
                    <a:pt x="199593" y="152234"/>
                  </a:lnTo>
                  <a:lnTo>
                    <a:pt x="199074" y="166012"/>
                  </a:lnTo>
                  <a:lnTo>
                    <a:pt x="191287" y="203403"/>
                  </a:lnTo>
                  <a:lnTo>
                    <a:pt x="165608" y="239623"/>
                  </a:lnTo>
                  <a:lnTo>
                    <a:pt x="120307" y="252806"/>
                  </a:lnTo>
                  <a:lnTo>
                    <a:pt x="221517" y="252806"/>
                  </a:lnTo>
                  <a:lnTo>
                    <a:pt x="242751" y="208809"/>
                  </a:lnTo>
                  <a:lnTo>
                    <a:pt x="250659" y="152234"/>
                  </a:lnTo>
                  <a:lnTo>
                    <a:pt x="250171" y="137830"/>
                  </a:lnTo>
                  <a:lnTo>
                    <a:pt x="242849" y="96380"/>
                  </a:lnTo>
                  <a:lnTo>
                    <a:pt x="226627" y="59545"/>
                  </a:lnTo>
                  <a:lnTo>
                    <a:pt x="221025" y="51371"/>
                  </a:lnTo>
                  <a:close/>
                </a:path>
                <a:path w="869314" h="304800">
                  <a:moveTo>
                    <a:pt x="413092" y="0"/>
                  </a:moveTo>
                  <a:lnTo>
                    <a:pt x="368990" y="6488"/>
                  </a:lnTo>
                  <a:lnTo>
                    <a:pt x="331147" y="25246"/>
                  </a:lnTo>
                  <a:lnTo>
                    <a:pt x="301150" y="54305"/>
                  </a:lnTo>
                  <a:lnTo>
                    <a:pt x="280492" y="91897"/>
                  </a:lnTo>
                  <a:lnTo>
                    <a:pt x="270610" y="136197"/>
                  </a:lnTo>
                  <a:lnTo>
                    <a:pt x="269951" y="152234"/>
                  </a:lnTo>
                  <a:lnTo>
                    <a:pt x="270564" y="167033"/>
                  </a:lnTo>
                  <a:lnTo>
                    <a:pt x="270610" y="168146"/>
                  </a:lnTo>
                  <a:lnTo>
                    <a:pt x="280492" y="212293"/>
                  </a:lnTo>
                  <a:lnTo>
                    <a:pt x="301150" y="249949"/>
                  </a:lnTo>
                  <a:lnTo>
                    <a:pt x="331073" y="279299"/>
                  </a:lnTo>
                  <a:lnTo>
                    <a:pt x="368937" y="298134"/>
                  </a:lnTo>
                  <a:lnTo>
                    <a:pt x="413092" y="304558"/>
                  </a:lnTo>
                  <a:lnTo>
                    <a:pt x="428283" y="303844"/>
                  </a:lnTo>
                  <a:lnTo>
                    <a:pt x="470408" y="293141"/>
                  </a:lnTo>
                  <a:lnTo>
                    <a:pt x="505815" y="270640"/>
                  </a:lnTo>
                  <a:lnTo>
                    <a:pt x="519894" y="255930"/>
                  </a:lnTo>
                  <a:lnTo>
                    <a:pt x="413092" y="255930"/>
                  </a:lnTo>
                  <a:lnTo>
                    <a:pt x="399924" y="255113"/>
                  </a:lnTo>
                  <a:lnTo>
                    <a:pt x="355496" y="235617"/>
                  </a:lnTo>
                  <a:lnTo>
                    <a:pt x="327661" y="194036"/>
                  </a:lnTo>
                  <a:lnTo>
                    <a:pt x="321017" y="152234"/>
                  </a:lnTo>
                  <a:lnTo>
                    <a:pt x="321754" y="137359"/>
                  </a:lnTo>
                  <a:lnTo>
                    <a:pt x="332785" y="98234"/>
                  </a:lnTo>
                  <a:lnTo>
                    <a:pt x="365252" y="61722"/>
                  </a:lnTo>
                  <a:lnTo>
                    <a:pt x="413092" y="48628"/>
                  </a:lnTo>
                  <a:lnTo>
                    <a:pt x="520173" y="48628"/>
                  </a:lnTo>
                  <a:lnTo>
                    <a:pt x="515912" y="43561"/>
                  </a:lnTo>
                  <a:lnTo>
                    <a:pt x="483138" y="17813"/>
                  </a:lnTo>
                  <a:lnTo>
                    <a:pt x="442898" y="2884"/>
                  </a:lnTo>
                  <a:lnTo>
                    <a:pt x="428283" y="721"/>
                  </a:lnTo>
                  <a:lnTo>
                    <a:pt x="413092" y="0"/>
                  </a:lnTo>
                  <a:close/>
                </a:path>
                <a:path w="869314" h="304800">
                  <a:moveTo>
                    <a:pt x="520173" y="48628"/>
                  </a:moveTo>
                  <a:lnTo>
                    <a:pt x="413092" y="48628"/>
                  </a:lnTo>
                  <a:lnTo>
                    <a:pt x="426244" y="49447"/>
                  </a:lnTo>
                  <a:lnTo>
                    <a:pt x="438554" y="51903"/>
                  </a:lnTo>
                  <a:lnTo>
                    <a:pt x="479029" y="77387"/>
                  </a:lnTo>
                  <a:lnTo>
                    <a:pt x="498417" y="110360"/>
                  </a:lnTo>
                  <a:lnTo>
                    <a:pt x="505167" y="152234"/>
                  </a:lnTo>
                  <a:lnTo>
                    <a:pt x="504417" y="167033"/>
                  </a:lnTo>
                  <a:lnTo>
                    <a:pt x="493166" y="206235"/>
                  </a:lnTo>
                  <a:lnTo>
                    <a:pt x="460654" y="242849"/>
                  </a:lnTo>
                  <a:lnTo>
                    <a:pt x="413092" y="255930"/>
                  </a:lnTo>
                  <a:lnTo>
                    <a:pt x="519894" y="255930"/>
                  </a:lnTo>
                  <a:lnTo>
                    <a:pt x="545604" y="212293"/>
                  </a:lnTo>
                  <a:lnTo>
                    <a:pt x="555486" y="168146"/>
                  </a:lnTo>
                  <a:lnTo>
                    <a:pt x="556145" y="152234"/>
                  </a:lnTo>
                  <a:lnTo>
                    <a:pt x="555534" y="137359"/>
                  </a:lnTo>
                  <a:lnTo>
                    <a:pt x="545604" y="91897"/>
                  </a:lnTo>
                  <a:lnTo>
                    <a:pt x="524946" y="54305"/>
                  </a:lnTo>
                  <a:lnTo>
                    <a:pt x="520173" y="48628"/>
                  </a:lnTo>
                  <a:close/>
                </a:path>
                <a:path w="869314" h="304800">
                  <a:moveTo>
                    <a:pt x="621004" y="3619"/>
                  </a:moveTo>
                  <a:lnTo>
                    <a:pt x="610196" y="3619"/>
                  </a:lnTo>
                  <a:lnTo>
                    <a:pt x="604278" y="6121"/>
                  </a:lnTo>
                  <a:lnTo>
                    <a:pt x="599592" y="11137"/>
                  </a:lnTo>
                  <a:lnTo>
                    <a:pt x="594969" y="16141"/>
                  </a:lnTo>
                  <a:lnTo>
                    <a:pt x="592658" y="21882"/>
                  </a:lnTo>
                  <a:lnTo>
                    <a:pt x="592728" y="282689"/>
                  </a:lnTo>
                  <a:lnTo>
                    <a:pt x="594859" y="288353"/>
                  </a:lnTo>
                  <a:lnTo>
                    <a:pt x="599200" y="293331"/>
                  </a:lnTo>
                  <a:lnTo>
                    <a:pt x="603525" y="298145"/>
                  </a:lnTo>
                  <a:lnTo>
                    <a:pt x="609155" y="300558"/>
                  </a:lnTo>
                  <a:lnTo>
                    <a:pt x="623150" y="300558"/>
                  </a:lnTo>
                  <a:lnTo>
                    <a:pt x="628818" y="298145"/>
                  </a:lnTo>
                  <a:lnTo>
                    <a:pt x="637870" y="288353"/>
                  </a:lnTo>
                  <a:lnTo>
                    <a:pt x="640056" y="282689"/>
                  </a:lnTo>
                  <a:lnTo>
                    <a:pt x="640105" y="101612"/>
                  </a:lnTo>
                  <a:lnTo>
                    <a:pt x="696274" y="101612"/>
                  </a:lnTo>
                  <a:lnTo>
                    <a:pt x="638543" y="14160"/>
                  </a:lnTo>
                  <a:lnTo>
                    <a:pt x="636016" y="10909"/>
                  </a:lnTo>
                  <a:lnTo>
                    <a:pt x="632764" y="8343"/>
                  </a:lnTo>
                  <a:lnTo>
                    <a:pt x="624814" y="4559"/>
                  </a:lnTo>
                  <a:lnTo>
                    <a:pt x="621004" y="3619"/>
                  </a:lnTo>
                  <a:close/>
                </a:path>
                <a:path w="869314" h="304800">
                  <a:moveTo>
                    <a:pt x="868895" y="103568"/>
                  </a:moveTo>
                  <a:lnTo>
                    <a:pt x="818705" y="103568"/>
                  </a:lnTo>
                  <a:lnTo>
                    <a:pt x="818705" y="282689"/>
                  </a:lnTo>
                  <a:lnTo>
                    <a:pt x="821050" y="288353"/>
                  </a:lnTo>
                  <a:lnTo>
                    <a:pt x="821118" y="288518"/>
                  </a:lnTo>
                  <a:lnTo>
                    <a:pt x="830745" y="298145"/>
                  </a:lnTo>
                  <a:lnTo>
                    <a:pt x="836701" y="300558"/>
                  </a:lnTo>
                  <a:lnTo>
                    <a:pt x="850836" y="300558"/>
                  </a:lnTo>
                  <a:lnTo>
                    <a:pt x="856754" y="298145"/>
                  </a:lnTo>
                  <a:lnTo>
                    <a:pt x="861568" y="293331"/>
                  </a:lnTo>
                  <a:lnTo>
                    <a:pt x="866457" y="288518"/>
                  </a:lnTo>
                  <a:lnTo>
                    <a:pt x="868895" y="282689"/>
                  </a:lnTo>
                  <a:lnTo>
                    <a:pt x="868895" y="103568"/>
                  </a:lnTo>
                  <a:close/>
                </a:path>
                <a:path w="869314" h="304800">
                  <a:moveTo>
                    <a:pt x="696274" y="101612"/>
                  </a:moveTo>
                  <a:lnTo>
                    <a:pt x="640105" y="101612"/>
                  </a:lnTo>
                  <a:lnTo>
                    <a:pt x="709930" y="209257"/>
                  </a:lnTo>
                  <a:lnTo>
                    <a:pt x="725906" y="219417"/>
                  </a:lnTo>
                  <a:lnTo>
                    <a:pt x="733653" y="219417"/>
                  </a:lnTo>
                  <a:lnTo>
                    <a:pt x="785633" y="153847"/>
                  </a:lnTo>
                  <a:lnTo>
                    <a:pt x="730758" y="153847"/>
                  </a:lnTo>
                  <a:lnTo>
                    <a:pt x="696274" y="101612"/>
                  </a:lnTo>
                  <a:close/>
                </a:path>
                <a:path w="869314" h="304800">
                  <a:moveTo>
                    <a:pt x="836345" y="3225"/>
                  </a:moveTo>
                  <a:lnTo>
                    <a:pt x="829386" y="6807"/>
                  </a:lnTo>
                  <a:lnTo>
                    <a:pt x="824166" y="14363"/>
                  </a:lnTo>
                  <a:lnTo>
                    <a:pt x="730758" y="153847"/>
                  </a:lnTo>
                  <a:lnTo>
                    <a:pt x="785633" y="153847"/>
                  </a:lnTo>
                  <a:lnTo>
                    <a:pt x="818705" y="103568"/>
                  </a:lnTo>
                  <a:lnTo>
                    <a:pt x="868895" y="103568"/>
                  </a:lnTo>
                  <a:lnTo>
                    <a:pt x="868895" y="21031"/>
                  </a:lnTo>
                  <a:lnTo>
                    <a:pt x="866457" y="15201"/>
                  </a:lnTo>
                  <a:lnTo>
                    <a:pt x="861639" y="10909"/>
                  </a:lnTo>
                  <a:lnTo>
                    <a:pt x="856796" y="6451"/>
                  </a:lnTo>
                  <a:lnTo>
                    <a:pt x="856085" y="6121"/>
                  </a:lnTo>
                  <a:lnTo>
                    <a:pt x="851255" y="4013"/>
                  </a:lnTo>
                  <a:lnTo>
                    <a:pt x="845070" y="3619"/>
                  </a:lnTo>
                  <a:lnTo>
                    <a:pt x="836345" y="3225"/>
                  </a:lnTo>
                  <a:close/>
                </a:path>
              </a:pathLst>
            </a:custGeom>
            <a:solidFill>
              <a:srgbClr val="B754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513080">
              <a:lnSpc>
                <a:spcPts val="3765"/>
              </a:lnSpc>
              <a:spcBef>
                <a:spcPts val="1760"/>
              </a:spcBef>
            </a:pPr>
            <a:r>
              <a:rPr dirty="0"/>
              <a:t>To</a:t>
            </a:r>
            <a:r>
              <a:rPr spc="-125" dirty="0"/>
              <a:t> </a:t>
            </a:r>
            <a:r>
              <a:rPr spc="150" dirty="0"/>
              <a:t>scrape</a:t>
            </a:r>
            <a:r>
              <a:rPr spc="-120" dirty="0"/>
              <a:t> </a:t>
            </a:r>
            <a:r>
              <a:rPr spc="204" dirty="0"/>
              <a:t>data</a:t>
            </a:r>
            <a:r>
              <a:rPr spc="-125" dirty="0"/>
              <a:t> </a:t>
            </a:r>
            <a:r>
              <a:rPr spc="125" dirty="0"/>
              <a:t>e</a:t>
            </a:r>
            <a:r>
              <a:rPr spc="215" dirty="0"/>
              <a:t>  </a:t>
            </a:r>
            <a:r>
              <a:rPr spc="55" dirty="0"/>
              <a:t>ectively,</a:t>
            </a:r>
            <a:r>
              <a:rPr spc="-120" dirty="0"/>
              <a:t> </a:t>
            </a:r>
            <a:r>
              <a:rPr spc="120" dirty="0"/>
              <a:t>familiarity</a:t>
            </a:r>
            <a:r>
              <a:rPr spc="-125" dirty="0"/>
              <a:t> </a:t>
            </a:r>
            <a:r>
              <a:rPr spc="-20" dirty="0"/>
              <a:t>with</a:t>
            </a:r>
          </a:p>
          <a:p>
            <a:pPr marL="731520" marR="640080" indent="2714625">
              <a:lnSpc>
                <a:spcPts val="3820"/>
              </a:lnSpc>
              <a:spcBef>
                <a:spcPts val="80"/>
              </a:spcBef>
              <a:tabLst>
                <a:tab pos="4730750" algn="l"/>
              </a:tabLst>
            </a:pPr>
            <a:r>
              <a:rPr dirty="0"/>
              <a:t>is</a:t>
            </a:r>
            <a:r>
              <a:rPr spc="-85" dirty="0"/>
              <a:t> </a:t>
            </a:r>
            <a:r>
              <a:rPr spc="95" dirty="0"/>
              <a:t>necessary.</a:t>
            </a:r>
            <a:r>
              <a:rPr spc="-80" dirty="0"/>
              <a:t> </a:t>
            </a:r>
            <a:r>
              <a:rPr spc="110" dirty="0"/>
              <a:t>Knowing</a:t>
            </a:r>
            <a:r>
              <a:rPr spc="-85" dirty="0"/>
              <a:t> </a:t>
            </a:r>
            <a:r>
              <a:rPr spc="65" dirty="0"/>
              <a:t>how </a:t>
            </a:r>
            <a:r>
              <a:rPr spc="130" dirty="0"/>
              <a:t>to</a:t>
            </a:r>
            <a:r>
              <a:rPr spc="-114" dirty="0"/>
              <a:t> </a:t>
            </a:r>
            <a:r>
              <a:rPr spc="135" dirty="0"/>
              <a:t>navigate</a:t>
            </a:r>
            <a:r>
              <a:rPr spc="-110" dirty="0"/>
              <a:t> </a:t>
            </a:r>
            <a:r>
              <a:rPr spc="55" dirty="0"/>
              <a:t>the</a:t>
            </a:r>
            <a:r>
              <a:rPr dirty="0"/>
              <a:t>	</a:t>
            </a:r>
            <a:r>
              <a:rPr spc="105" dirty="0"/>
              <a:t>(Document</a:t>
            </a:r>
            <a:r>
              <a:rPr spc="-110" dirty="0"/>
              <a:t> </a:t>
            </a:r>
            <a:r>
              <a:rPr spc="105" dirty="0"/>
              <a:t>Object</a:t>
            </a:r>
          </a:p>
          <a:p>
            <a:pPr marR="180340" algn="ctr">
              <a:lnSpc>
                <a:spcPts val="3604"/>
              </a:lnSpc>
            </a:pPr>
            <a:r>
              <a:rPr spc="110" dirty="0"/>
              <a:t>Model)</a:t>
            </a:r>
            <a:r>
              <a:rPr spc="-110" dirty="0"/>
              <a:t> </a:t>
            </a:r>
            <a:r>
              <a:rPr spc="90" dirty="0"/>
              <a:t>helps</a:t>
            </a:r>
            <a:r>
              <a:rPr spc="-110" dirty="0"/>
              <a:t> </a:t>
            </a:r>
            <a:r>
              <a:rPr dirty="0"/>
              <a:t>in</a:t>
            </a:r>
            <a:r>
              <a:rPr spc="-110" dirty="0"/>
              <a:t> </a:t>
            </a:r>
            <a:r>
              <a:rPr spc="100" dirty="0"/>
              <a:t>identifying</a:t>
            </a:r>
            <a:r>
              <a:rPr spc="-110" dirty="0"/>
              <a:t> </a:t>
            </a:r>
            <a:r>
              <a:rPr spc="80" dirty="0"/>
              <a:t>the</a:t>
            </a:r>
            <a:r>
              <a:rPr spc="-110" dirty="0"/>
              <a:t> </a:t>
            </a:r>
            <a:r>
              <a:rPr spc="75" dirty="0"/>
              <a:t>right</a:t>
            </a:r>
          </a:p>
          <a:p>
            <a:pPr marR="180340" algn="ctr">
              <a:lnSpc>
                <a:spcPts val="3765"/>
              </a:lnSpc>
            </a:pPr>
            <a:r>
              <a:rPr spc="110" dirty="0"/>
              <a:t>elements</a:t>
            </a:r>
            <a:r>
              <a:rPr spc="-75" dirty="0"/>
              <a:t> </a:t>
            </a:r>
            <a:r>
              <a:rPr spc="130" dirty="0"/>
              <a:t>to</a:t>
            </a:r>
            <a:r>
              <a:rPr spc="-75" dirty="0"/>
              <a:t> </a:t>
            </a:r>
            <a:r>
              <a:rPr spc="70" dirty="0"/>
              <a:t>extract.</a:t>
            </a:r>
            <a:r>
              <a:rPr spc="-70" dirty="0"/>
              <a:t> </a:t>
            </a:r>
            <a:r>
              <a:rPr dirty="0"/>
              <a:t>This</a:t>
            </a:r>
            <a:r>
              <a:rPr spc="-75" dirty="0"/>
              <a:t> </a:t>
            </a:r>
            <a:r>
              <a:rPr spc="114" dirty="0"/>
              <a:t>knowledge</a:t>
            </a:r>
            <a:r>
              <a:rPr spc="-70" dirty="0"/>
              <a:t> </a:t>
            </a:r>
            <a:r>
              <a:rPr spc="-25" dirty="0"/>
              <a:t>is</a:t>
            </a:r>
          </a:p>
          <a:p>
            <a:pPr marL="402590" marR="582930" algn="ctr">
              <a:lnSpc>
                <a:spcPts val="3750"/>
              </a:lnSpc>
              <a:spcBef>
                <a:spcPts val="195"/>
              </a:spcBef>
            </a:pPr>
            <a:r>
              <a:rPr spc="105" dirty="0"/>
              <a:t>crucial</a:t>
            </a:r>
            <a:r>
              <a:rPr spc="-110" dirty="0"/>
              <a:t> </a:t>
            </a:r>
            <a:r>
              <a:rPr spc="140" dirty="0"/>
              <a:t>for</a:t>
            </a:r>
            <a:r>
              <a:rPr spc="-105" dirty="0"/>
              <a:t> </a:t>
            </a:r>
            <a:r>
              <a:rPr spc="120" dirty="0"/>
              <a:t>targeting</a:t>
            </a:r>
            <a:r>
              <a:rPr spc="-105" dirty="0"/>
              <a:t> </a:t>
            </a:r>
            <a:r>
              <a:rPr spc="130" dirty="0"/>
              <a:t>speciﬁc</a:t>
            </a:r>
            <a:r>
              <a:rPr spc="-110" dirty="0"/>
              <a:t> </a:t>
            </a:r>
            <a:r>
              <a:rPr spc="204" dirty="0"/>
              <a:t>data</a:t>
            </a:r>
            <a:r>
              <a:rPr spc="-105" dirty="0"/>
              <a:t> </a:t>
            </a:r>
            <a:r>
              <a:rPr spc="105" dirty="0"/>
              <a:t>points</a:t>
            </a:r>
            <a:r>
              <a:rPr spc="-105" dirty="0"/>
              <a:t> </a:t>
            </a:r>
            <a:r>
              <a:rPr spc="110" dirty="0"/>
              <a:t>on </a:t>
            </a:r>
            <a:r>
              <a:rPr spc="280" dirty="0"/>
              <a:t>a</a:t>
            </a:r>
            <a:r>
              <a:rPr spc="-120" dirty="0"/>
              <a:t> </a:t>
            </a:r>
            <a:r>
              <a:rPr spc="120" dirty="0"/>
              <a:t>web</a:t>
            </a:r>
            <a:r>
              <a:rPr spc="-120" dirty="0"/>
              <a:t> </a:t>
            </a:r>
            <a:r>
              <a:rPr spc="80" dirty="0"/>
              <a:t>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6157" y="3443185"/>
            <a:ext cx="1734550" cy="3329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54323" y="3851783"/>
            <a:ext cx="1462151" cy="2769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333" y="4284891"/>
            <a:ext cx="1683931" cy="3294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679718" y="5121668"/>
            <a:ext cx="854710" cy="264795"/>
          </a:xfrm>
          <a:custGeom>
            <a:avLst/>
            <a:gdLst/>
            <a:ahLst/>
            <a:cxnLst/>
            <a:rect l="l" t="t" r="r" b="b"/>
            <a:pathLst>
              <a:path w="854709" h="264795">
                <a:moveTo>
                  <a:pt x="108546" y="0"/>
                </a:moveTo>
                <a:lnTo>
                  <a:pt x="92127" y="14160"/>
                </a:lnTo>
                <a:lnTo>
                  <a:pt x="1536" y="234505"/>
                </a:lnTo>
                <a:lnTo>
                  <a:pt x="393" y="237629"/>
                </a:lnTo>
                <a:lnTo>
                  <a:pt x="0" y="240449"/>
                </a:lnTo>
                <a:lnTo>
                  <a:pt x="342" y="242963"/>
                </a:lnTo>
                <a:lnTo>
                  <a:pt x="342" y="247738"/>
                </a:lnTo>
                <a:lnTo>
                  <a:pt x="2044" y="252044"/>
                </a:lnTo>
                <a:lnTo>
                  <a:pt x="7345" y="257911"/>
                </a:lnTo>
                <a:lnTo>
                  <a:pt x="9008" y="259702"/>
                </a:lnTo>
                <a:lnTo>
                  <a:pt x="13982" y="261581"/>
                </a:lnTo>
                <a:lnTo>
                  <a:pt x="24726" y="261581"/>
                </a:lnTo>
                <a:lnTo>
                  <a:pt x="28459" y="260350"/>
                </a:lnTo>
                <a:lnTo>
                  <a:pt x="29421" y="259702"/>
                </a:lnTo>
                <a:lnTo>
                  <a:pt x="31966" y="257911"/>
                </a:lnTo>
                <a:lnTo>
                  <a:pt x="35663" y="255397"/>
                </a:lnTo>
                <a:lnTo>
                  <a:pt x="38143" y="252183"/>
                </a:lnTo>
                <a:lnTo>
                  <a:pt x="38248" y="252044"/>
                </a:lnTo>
                <a:lnTo>
                  <a:pt x="39585" y="247738"/>
                </a:lnTo>
                <a:lnTo>
                  <a:pt x="61175" y="195453"/>
                </a:lnTo>
                <a:lnTo>
                  <a:pt x="207585" y="195453"/>
                </a:lnTo>
                <a:lnTo>
                  <a:pt x="190321" y="153670"/>
                </a:lnTo>
                <a:lnTo>
                  <a:pt x="78320" y="153670"/>
                </a:lnTo>
                <a:lnTo>
                  <a:pt x="111340" y="73253"/>
                </a:lnTo>
                <a:lnTo>
                  <a:pt x="157093" y="73253"/>
                </a:lnTo>
                <a:lnTo>
                  <a:pt x="132676" y="14160"/>
                </a:lnTo>
                <a:lnTo>
                  <a:pt x="131279" y="9944"/>
                </a:lnTo>
                <a:lnTo>
                  <a:pt x="128612" y="6604"/>
                </a:lnTo>
                <a:lnTo>
                  <a:pt x="124929" y="4152"/>
                </a:lnTo>
                <a:lnTo>
                  <a:pt x="121246" y="1651"/>
                </a:lnTo>
                <a:lnTo>
                  <a:pt x="117182" y="406"/>
                </a:lnTo>
                <a:lnTo>
                  <a:pt x="112991" y="406"/>
                </a:lnTo>
                <a:lnTo>
                  <a:pt x="108546" y="0"/>
                </a:lnTo>
                <a:close/>
              </a:path>
              <a:path w="854709" h="264795">
                <a:moveTo>
                  <a:pt x="207585" y="195453"/>
                </a:moveTo>
                <a:lnTo>
                  <a:pt x="162140" y="195453"/>
                </a:lnTo>
                <a:lnTo>
                  <a:pt x="183891" y="247738"/>
                </a:lnTo>
                <a:lnTo>
                  <a:pt x="185558" y="252044"/>
                </a:lnTo>
                <a:lnTo>
                  <a:pt x="188175" y="255397"/>
                </a:lnTo>
                <a:lnTo>
                  <a:pt x="191731" y="257911"/>
                </a:lnTo>
                <a:lnTo>
                  <a:pt x="195287" y="260350"/>
                </a:lnTo>
                <a:lnTo>
                  <a:pt x="199224" y="261581"/>
                </a:lnTo>
                <a:lnTo>
                  <a:pt x="208876" y="261581"/>
                </a:lnTo>
                <a:lnTo>
                  <a:pt x="213702" y="259702"/>
                </a:lnTo>
                <a:lnTo>
                  <a:pt x="222338" y="252183"/>
                </a:lnTo>
                <a:lnTo>
                  <a:pt x="224497" y="247091"/>
                </a:lnTo>
                <a:lnTo>
                  <a:pt x="224446" y="237629"/>
                </a:lnTo>
                <a:lnTo>
                  <a:pt x="223989" y="235153"/>
                </a:lnTo>
                <a:lnTo>
                  <a:pt x="207585" y="195453"/>
                </a:lnTo>
                <a:close/>
              </a:path>
              <a:path w="854709" h="264795">
                <a:moveTo>
                  <a:pt x="157093" y="73253"/>
                </a:moveTo>
                <a:lnTo>
                  <a:pt x="111340" y="73253"/>
                </a:lnTo>
                <a:lnTo>
                  <a:pt x="144741" y="153670"/>
                </a:lnTo>
                <a:lnTo>
                  <a:pt x="190321" y="153670"/>
                </a:lnTo>
                <a:lnTo>
                  <a:pt x="157093" y="73253"/>
                </a:lnTo>
                <a:close/>
              </a:path>
              <a:path w="854709" h="264795">
                <a:moveTo>
                  <a:pt x="262724" y="188620"/>
                </a:moveTo>
                <a:lnTo>
                  <a:pt x="254088" y="188620"/>
                </a:lnTo>
                <a:lnTo>
                  <a:pt x="249389" y="190500"/>
                </a:lnTo>
                <a:lnTo>
                  <a:pt x="244817" y="194259"/>
                </a:lnTo>
                <a:lnTo>
                  <a:pt x="240245" y="197954"/>
                </a:lnTo>
                <a:lnTo>
                  <a:pt x="238035" y="202780"/>
                </a:lnTo>
                <a:lnTo>
                  <a:pt x="237975" y="213134"/>
                </a:lnTo>
                <a:lnTo>
                  <a:pt x="238993" y="216560"/>
                </a:lnTo>
                <a:lnTo>
                  <a:pt x="270979" y="252526"/>
                </a:lnTo>
                <a:lnTo>
                  <a:pt x="302198" y="263706"/>
                </a:lnTo>
                <a:lnTo>
                  <a:pt x="302698" y="263706"/>
                </a:lnTo>
                <a:lnTo>
                  <a:pt x="313397" y="264401"/>
                </a:lnTo>
                <a:lnTo>
                  <a:pt x="357466" y="253288"/>
                </a:lnTo>
                <a:lnTo>
                  <a:pt x="388073" y="222961"/>
                </a:lnTo>
                <a:lnTo>
                  <a:pt x="388636" y="221856"/>
                </a:lnTo>
                <a:lnTo>
                  <a:pt x="305904" y="221856"/>
                </a:lnTo>
                <a:lnTo>
                  <a:pt x="299046" y="219887"/>
                </a:lnTo>
                <a:lnTo>
                  <a:pt x="287108" y="211975"/>
                </a:lnTo>
                <a:lnTo>
                  <a:pt x="282028" y="206362"/>
                </a:lnTo>
                <a:lnTo>
                  <a:pt x="277837" y="199123"/>
                </a:lnTo>
                <a:lnTo>
                  <a:pt x="275424" y="196100"/>
                </a:lnTo>
                <a:lnTo>
                  <a:pt x="272757" y="193598"/>
                </a:lnTo>
                <a:lnTo>
                  <a:pt x="269455" y="191604"/>
                </a:lnTo>
                <a:lnTo>
                  <a:pt x="266280" y="189611"/>
                </a:lnTo>
                <a:lnTo>
                  <a:pt x="262724" y="188620"/>
                </a:lnTo>
                <a:close/>
              </a:path>
              <a:path w="854709" h="264795">
                <a:moveTo>
                  <a:pt x="384009" y="1422"/>
                </a:moveTo>
                <a:lnTo>
                  <a:pt x="371690" y="1422"/>
                </a:lnTo>
                <a:lnTo>
                  <a:pt x="366456" y="3479"/>
                </a:lnTo>
                <a:lnTo>
                  <a:pt x="362165" y="7493"/>
                </a:lnTo>
                <a:lnTo>
                  <a:pt x="357720" y="11531"/>
                </a:lnTo>
                <a:lnTo>
                  <a:pt x="355561" y="16713"/>
                </a:lnTo>
                <a:lnTo>
                  <a:pt x="355538" y="188620"/>
                </a:lnTo>
                <a:lnTo>
                  <a:pt x="353656" y="195656"/>
                </a:lnTo>
                <a:lnTo>
                  <a:pt x="321652" y="221856"/>
                </a:lnTo>
                <a:lnTo>
                  <a:pt x="388636" y="221856"/>
                </a:lnTo>
                <a:lnTo>
                  <a:pt x="393074" y="213134"/>
                </a:lnTo>
                <a:lnTo>
                  <a:pt x="396589" y="202946"/>
                </a:lnTo>
                <a:lnTo>
                  <a:pt x="396646" y="202780"/>
                </a:lnTo>
                <a:lnTo>
                  <a:pt x="398789" y="191903"/>
                </a:lnTo>
                <a:lnTo>
                  <a:pt x="399503" y="180505"/>
                </a:lnTo>
                <a:lnTo>
                  <a:pt x="399503" y="16713"/>
                </a:lnTo>
                <a:lnTo>
                  <a:pt x="397344" y="11684"/>
                </a:lnTo>
                <a:lnTo>
                  <a:pt x="389216" y="3479"/>
                </a:lnTo>
                <a:lnTo>
                  <a:pt x="384009" y="1422"/>
                </a:lnTo>
                <a:close/>
              </a:path>
              <a:path w="854709" h="264795">
                <a:moveTo>
                  <a:pt x="526249" y="0"/>
                </a:moveTo>
                <a:lnTo>
                  <a:pt x="522058" y="1003"/>
                </a:lnTo>
                <a:lnTo>
                  <a:pt x="514438" y="5791"/>
                </a:lnTo>
                <a:lnTo>
                  <a:pt x="511644" y="9347"/>
                </a:lnTo>
                <a:lnTo>
                  <a:pt x="509957" y="14160"/>
                </a:lnTo>
                <a:lnTo>
                  <a:pt x="419315" y="234505"/>
                </a:lnTo>
                <a:lnTo>
                  <a:pt x="418172" y="237629"/>
                </a:lnTo>
                <a:lnTo>
                  <a:pt x="417791" y="240449"/>
                </a:lnTo>
                <a:lnTo>
                  <a:pt x="418172" y="242963"/>
                </a:lnTo>
                <a:lnTo>
                  <a:pt x="418172" y="247738"/>
                </a:lnTo>
                <a:lnTo>
                  <a:pt x="419823" y="252044"/>
                </a:lnTo>
                <a:lnTo>
                  <a:pt x="425095" y="257911"/>
                </a:lnTo>
                <a:lnTo>
                  <a:pt x="426749" y="259702"/>
                </a:lnTo>
                <a:lnTo>
                  <a:pt x="431761" y="261581"/>
                </a:lnTo>
                <a:lnTo>
                  <a:pt x="442429" y="261581"/>
                </a:lnTo>
                <a:lnTo>
                  <a:pt x="446287" y="260350"/>
                </a:lnTo>
                <a:lnTo>
                  <a:pt x="447251" y="259702"/>
                </a:lnTo>
                <a:lnTo>
                  <a:pt x="449796" y="257911"/>
                </a:lnTo>
                <a:lnTo>
                  <a:pt x="453493" y="255397"/>
                </a:lnTo>
                <a:lnTo>
                  <a:pt x="455855" y="252183"/>
                </a:lnTo>
                <a:lnTo>
                  <a:pt x="455955" y="252044"/>
                </a:lnTo>
                <a:lnTo>
                  <a:pt x="457415" y="247738"/>
                </a:lnTo>
                <a:lnTo>
                  <a:pt x="478878" y="195453"/>
                </a:lnTo>
                <a:lnTo>
                  <a:pt x="625416" y="195453"/>
                </a:lnTo>
                <a:lnTo>
                  <a:pt x="608151" y="153670"/>
                </a:lnTo>
                <a:lnTo>
                  <a:pt x="496023" y="153670"/>
                </a:lnTo>
                <a:lnTo>
                  <a:pt x="529170" y="73253"/>
                </a:lnTo>
                <a:lnTo>
                  <a:pt x="574923" y="73253"/>
                </a:lnTo>
                <a:lnTo>
                  <a:pt x="550506" y="14160"/>
                </a:lnTo>
                <a:lnTo>
                  <a:pt x="548982" y="9944"/>
                </a:lnTo>
                <a:lnTo>
                  <a:pt x="546442" y="6604"/>
                </a:lnTo>
                <a:lnTo>
                  <a:pt x="542632" y="4152"/>
                </a:lnTo>
                <a:lnTo>
                  <a:pt x="538949" y="1651"/>
                </a:lnTo>
                <a:lnTo>
                  <a:pt x="535012" y="406"/>
                </a:lnTo>
                <a:lnTo>
                  <a:pt x="530694" y="406"/>
                </a:lnTo>
                <a:lnTo>
                  <a:pt x="526249" y="0"/>
                </a:lnTo>
                <a:close/>
              </a:path>
              <a:path w="854709" h="264795">
                <a:moveTo>
                  <a:pt x="625416" y="195453"/>
                </a:moveTo>
                <a:lnTo>
                  <a:pt x="579970" y="195453"/>
                </a:lnTo>
                <a:lnTo>
                  <a:pt x="601721" y="247738"/>
                </a:lnTo>
                <a:lnTo>
                  <a:pt x="603388" y="252044"/>
                </a:lnTo>
                <a:lnTo>
                  <a:pt x="606005" y="255397"/>
                </a:lnTo>
                <a:lnTo>
                  <a:pt x="609434" y="257911"/>
                </a:lnTo>
                <a:lnTo>
                  <a:pt x="613117" y="260350"/>
                </a:lnTo>
                <a:lnTo>
                  <a:pt x="617054" y="261581"/>
                </a:lnTo>
                <a:lnTo>
                  <a:pt x="626706" y="261581"/>
                </a:lnTo>
                <a:lnTo>
                  <a:pt x="631532" y="259702"/>
                </a:lnTo>
                <a:lnTo>
                  <a:pt x="640168" y="252183"/>
                </a:lnTo>
                <a:lnTo>
                  <a:pt x="642327" y="247091"/>
                </a:lnTo>
                <a:lnTo>
                  <a:pt x="642276" y="237629"/>
                </a:lnTo>
                <a:lnTo>
                  <a:pt x="641819" y="235153"/>
                </a:lnTo>
                <a:lnTo>
                  <a:pt x="625416" y="195453"/>
                </a:lnTo>
                <a:close/>
              </a:path>
              <a:path w="854709" h="264795">
                <a:moveTo>
                  <a:pt x="574923" y="73253"/>
                </a:moveTo>
                <a:lnTo>
                  <a:pt x="529170" y="73253"/>
                </a:lnTo>
                <a:lnTo>
                  <a:pt x="562571" y="153670"/>
                </a:lnTo>
                <a:lnTo>
                  <a:pt x="608151" y="153670"/>
                </a:lnTo>
                <a:lnTo>
                  <a:pt x="574923" y="73253"/>
                </a:lnTo>
                <a:close/>
              </a:path>
              <a:path w="854709" h="264795">
                <a:moveTo>
                  <a:pt x="677760" y="406"/>
                </a:moveTo>
                <a:lnTo>
                  <a:pt x="664933" y="406"/>
                </a:lnTo>
                <a:lnTo>
                  <a:pt x="660107" y="2425"/>
                </a:lnTo>
                <a:lnTo>
                  <a:pt x="651217" y="10515"/>
                </a:lnTo>
                <a:lnTo>
                  <a:pt x="649058" y="15557"/>
                </a:lnTo>
                <a:lnTo>
                  <a:pt x="649058" y="26606"/>
                </a:lnTo>
                <a:lnTo>
                  <a:pt x="650582" y="30899"/>
                </a:lnTo>
                <a:lnTo>
                  <a:pt x="653503" y="34493"/>
                </a:lnTo>
                <a:lnTo>
                  <a:pt x="725258" y="131470"/>
                </a:lnTo>
                <a:lnTo>
                  <a:pt x="653757" y="228942"/>
                </a:lnTo>
                <a:lnTo>
                  <a:pt x="650455" y="233273"/>
                </a:lnTo>
                <a:lnTo>
                  <a:pt x="648804" y="237883"/>
                </a:lnTo>
                <a:lnTo>
                  <a:pt x="648804" y="247459"/>
                </a:lnTo>
                <a:lnTo>
                  <a:pt x="650709" y="251866"/>
                </a:lnTo>
                <a:lnTo>
                  <a:pt x="658329" y="260184"/>
                </a:lnTo>
                <a:lnTo>
                  <a:pt x="663155" y="262267"/>
                </a:lnTo>
                <a:lnTo>
                  <a:pt x="676109" y="262267"/>
                </a:lnTo>
                <a:lnTo>
                  <a:pt x="681824" y="259156"/>
                </a:lnTo>
                <a:lnTo>
                  <a:pt x="686142" y="252958"/>
                </a:lnTo>
                <a:lnTo>
                  <a:pt x="750404" y="165354"/>
                </a:lnTo>
                <a:lnTo>
                  <a:pt x="803597" y="165354"/>
                </a:lnTo>
                <a:lnTo>
                  <a:pt x="777963" y="130771"/>
                </a:lnTo>
                <a:lnTo>
                  <a:pt x="802977" y="96913"/>
                </a:lnTo>
                <a:lnTo>
                  <a:pt x="752817" y="96913"/>
                </a:lnTo>
                <a:lnTo>
                  <a:pt x="687793" y="9283"/>
                </a:lnTo>
                <a:lnTo>
                  <a:pt x="683602" y="3365"/>
                </a:lnTo>
                <a:lnTo>
                  <a:pt x="677760" y="406"/>
                </a:lnTo>
                <a:close/>
              </a:path>
              <a:path w="854709" h="264795">
                <a:moveTo>
                  <a:pt x="803597" y="165354"/>
                </a:moveTo>
                <a:lnTo>
                  <a:pt x="750404" y="165354"/>
                </a:lnTo>
                <a:lnTo>
                  <a:pt x="815682" y="253466"/>
                </a:lnTo>
                <a:lnTo>
                  <a:pt x="820127" y="259334"/>
                </a:lnTo>
                <a:lnTo>
                  <a:pt x="825969" y="262267"/>
                </a:lnTo>
                <a:lnTo>
                  <a:pt x="838161" y="262267"/>
                </a:lnTo>
                <a:lnTo>
                  <a:pt x="842860" y="260324"/>
                </a:lnTo>
                <a:lnTo>
                  <a:pt x="852004" y="252577"/>
                </a:lnTo>
                <a:lnTo>
                  <a:pt x="854290" y="247459"/>
                </a:lnTo>
                <a:lnTo>
                  <a:pt x="854290" y="236524"/>
                </a:lnTo>
                <a:lnTo>
                  <a:pt x="852893" y="232194"/>
                </a:lnTo>
                <a:lnTo>
                  <a:pt x="850099" y="228092"/>
                </a:lnTo>
                <a:lnTo>
                  <a:pt x="803597" y="165354"/>
                </a:lnTo>
                <a:close/>
              </a:path>
              <a:path w="854709" h="264795">
                <a:moveTo>
                  <a:pt x="839558" y="406"/>
                </a:moveTo>
                <a:lnTo>
                  <a:pt x="827239" y="406"/>
                </a:lnTo>
                <a:lnTo>
                  <a:pt x="821524" y="3594"/>
                </a:lnTo>
                <a:lnTo>
                  <a:pt x="816952" y="9969"/>
                </a:lnTo>
                <a:lnTo>
                  <a:pt x="752817" y="96913"/>
                </a:lnTo>
                <a:lnTo>
                  <a:pt x="802977" y="96913"/>
                </a:lnTo>
                <a:lnTo>
                  <a:pt x="849972" y="33299"/>
                </a:lnTo>
                <a:lnTo>
                  <a:pt x="853147" y="29197"/>
                </a:lnTo>
                <a:lnTo>
                  <a:pt x="854671" y="24841"/>
                </a:lnTo>
                <a:lnTo>
                  <a:pt x="854671" y="14922"/>
                </a:lnTo>
                <a:lnTo>
                  <a:pt x="852608" y="10515"/>
                </a:lnTo>
                <a:lnTo>
                  <a:pt x="852512" y="10312"/>
                </a:lnTo>
                <a:lnTo>
                  <a:pt x="848448" y="6375"/>
                </a:lnTo>
                <a:lnTo>
                  <a:pt x="844284" y="2425"/>
                </a:lnTo>
                <a:lnTo>
                  <a:pt x="839558" y="406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195677" y="5121668"/>
            <a:ext cx="501650" cy="261620"/>
          </a:xfrm>
          <a:custGeom>
            <a:avLst/>
            <a:gdLst/>
            <a:ahLst/>
            <a:cxnLst/>
            <a:rect l="l" t="t" r="r" b="b"/>
            <a:pathLst>
              <a:path w="501650" h="261620">
                <a:moveTo>
                  <a:pt x="108458" y="0"/>
                </a:moveTo>
                <a:lnTo>
                  <a:pt x="92165" y="14160"/>
                </a:lnTo>
                <a:lnTo>
                  <a:pt x="1524" y="234505"/>
                </a:lnTo>
                <a:lnTo>
                  <a:pt x="381" y="237629"/>
                </a:lnTo>
                <a:lnTo>
                  <a:pt x="0" y="240449"/>
                </a:lnTo>
                <a:lnTo>
                  <a:pt x="381" y="242963"/>
                </a:lnTo>
                <a:lnTo>
                  <a:pt x="381" y="247738"/>
                </a:lnTo>
                <a:lnTo>
                  <a:pt x="2032" y="252044"/>
                </a:lnTo>
                <a:lnTo>
                  <a:pt x="7303" y="257911"/>
                </a:lnTo>
                <a:lnTo>
                  <a:pt x="8957" y="259702"/>
                </a:lnTo>
                <a:lnTo>
                  <a:pt x="13970" y="261581"/>
                </a:lnTo>
                <a:lnTo>
                  <a:pt x="24638" y="261581"/>
                </a:lnTo>
                <a:lnTo>
                  <a:pt x="28495" y="260350"/>
                </a:lnTo>
                <a:lnTo>
                  <a:pt x="29459" y="259702"/>
                </a:lnTo>
                <a:lnTo>
                  <a:pt x="32004" y="257911"/>
                </a:lnTo>
                <a:lnTo>
                  <a:pt x="35701" y="255397"/>
                </a:lnTo>
                <a:lnTo>
                  <a:pt x="38063" y="252183"/>
                </a:lnTo>
                <a:lnTo>
                  <a:pt x="38163" y="252044"/>
                </a:lnTo>
                <a:lnTo>
                  <a:pt x="39624" y="247738"/>
                </a:lnTo>
                <a:lnTo>
                  <a:pt x="61087" y="195453"/>
                </a:lnTo>
                <a:lnTo>
                  <a:pt x="207624" y="195453"/>
                </a:lnTo>
                <a:lnTo>
                  <a:pt x="190359" y="153670"/>
                </a:lnTo>
                <a:lnTo>
                  <a:pt x="78359" y="153670"/>
                </a:lnTo>
                <a:lnTo>
                  <a:pt x="111379" y="73253"/>
                </a:lnTo>
                <a:lnTo>
                  <a:pt x="157131" y="73253"/>
                </a:lnTo>
                <a:lnTo>
                  <a:pt x="132715" y="14160"/>
                </a:lnTo>
                <a:lnTo>
                  <a:pt x="131191" y="9944"/>
                </a:lnTo>
                <a:lnTo>
                  <a:pt x="128651" y="6604"/>
                </a:lnTo>
                <a:lnTo>
                  <a:pt x="124841" y="4152"/>
                </a:lnTo>
                <a:lnTo>
                  <a:pt x="121158" y="1651"/>
                </a:lnTo>
                <a:lnTo>
                  <a:pt x="117221" y="406"/>
                </a:lnTo>
                <a:lnTo>
                  <a:pt x="112903" y="406"/>
                </a:lnTo>
                <a:lnTo>
                  <a:pt x="108458" y="0"/>
                </a:lnTo>
                <a:close/>
              </a:path>
              <a:path w="501650" h="261620">
                <a:moveTo>
                  <a:pt x="207624" y="195453"/>
                </a:moveTo>
                <a:lnTo>
                  <a:pt x="162179" y="195453"/>
                </a:lnTo>
                <a:lnTo>
                  <a:pt x="183929" y="247738"/>
                </a:lnTo>
                <a:lnTo>
                  <a:pt x="185596" y="252044"/>
                </a:lnTo>
                <a:lnTo>
                  <a:pt x="188214" y="255397"/>
                </a:lnTo>
                <a:lnTo>
                  <a:pt x="191643" y="257911"/>
                </a:lnTo>
                <a:lnTo>
                  <a:pt x="195326" y="260350"/>
                </a:lnTo>
                <a:lnTo>
                  <a:pt x="199263" y="261581"/>
                </a:lnTo>
                <a:lnTo>
                  <a:pt x="208915" y="261581"/>
                </a:lnTo>
                <a:lnTo>
                  <a:pt x="213741" y="259702"/>
                </a:lnTo>
                <a:lnTo>
                  <a:pt x="222377" y="252183"/>
                </a:lnTo>
                <a:lnTo>
                  <a:pt x="224536" y="247091"/>
                </a:lnTo>
                <a:lnTo>
                  <a:pt x="224484" y="237629"/>
                </a:lnTo>
                <a:lnTo>
                  <a:pt x="224028" y="235153"/>
                </a:lnTo>
                <a:lnTo>
                  <a:pt x="207624" y="195453"/>
                </a:lnTo>
                <a:close/>
              </a:path>
              <a:path w="501650" h="261620">
                <a:moveTo>
                  <a:pt x="157131" y="73253"/>
                </a:moveTo>
                <a:lnTo>
                  <a:pt x="111379" y="73253"/>
                </a:lnTo>
                <a:lnTo>
                  <a:pt x="144780" y="153670"/>
                </a:lnTo>
                <a:lnTo>
                  <a:pt x="190359" y="153670"/>
                </a:lnTo>
                <a:lnTo>
                  <a:pt x="157131" y="73253"/>
                </a:lnTo>
                <a:close/>
              </a:path>
              <a:path w="501650" h="261620">
                <a:moveTo>
                  <a:pt x="351536" y="1422"/>
                </a:moveTo>
                <a:lnTo>
                  <a:pt x="263779" y="1422"/>
                </a:lnTo>
                <a:lnTo>
                  <a:pt x="258699" y="3479"/>
                </a:lnTo>
                <a:lnTo>
                  <a:pt x="254508" y="7581"/>
                </a:lnTo>
                <a:lnTo>
                  <a:pt x="250444" y="11684"/>
                </a:lnTo>
                <a:lnTo>
                  <a:pt x="248412" y="16713"/>
                </a:lnTo>
                <a:lnTo>
                  <a:pt x="248431" y="245148"/>
                </a:lnTo>
                <a:lnTo>
                  <a:pt x="250360" y="250215"/>
                </a:lnTo>
                <a:lnTo>
                  <a:pt x="254000" y="254495"/>
                </a:lnTo>
                <a:lnTo>
                  <a:pt x="257810" y="258762"/>
                </a:lnTo>
                <a:lnTo>
                  <a:pt x="262890" y="260896"/>
                </a:lnTo>
                <a:lnTo>
                  <a:pt x="275463" y="260896"/>
                </a:lnTo>
                <a:lnTo>
                  <a:pt x="280416" y="258762"/>
                </a:lnTo>
                <a:lnTo>
                  <a:pt x="288290" y="250215"/>
                </a:lnTo>
                <a:lnTo>
                  <a:pt x="290195" y="245148"/>
                </a:lnTo>
                <a:lnTo>
                  <a:pt x="290195" y="162560"/>
                </a:lnTo>
                <a:lnTo>
                  <a:pt x="351536" y="162560"/>
                </a:lnTo>
                <a:lnTo>
                  <a:pt x="390017" y="151714"/>
                </a:lnTo>
                <a:lnTo>
                  <a:pt x="416814" y="122402"/>
                </a:lnTo>
                <a:lnTo>
                  <a:pt x="417398" y="121119"/>
                </a:lnTo>
                <a:lnTo>
                  <a:pt x="290195" y="121119"/>
                </a:lnTo>
                <a:lnTo>
                  <a:pt x="290195" y="42862"/>
                </a:lnTo>
                <a:lnTo>
                  <a:pt x="417919" y="42862"/>
                </a:lnTo>
                <a:lnTo>
                  <a:pt x="416814" y="40474"/>
                </a:lnTo>
                <a:lnTo>
                  <a:pt x="389890" y="11938"/>
                </a:lnTo>
                <a:lnTo>
                  <a:pt x="361940" y="2079"/>
                </a:lnTo>
                <a:lnTo>
                  <a:pt x="351536" y="1422"/>
                </a:lnTo>
                <a:close/>
              </a:path>
              <a:path w="501650" h="261620">
                <a:moveTo>
                  <a:pt x="417919" y="42862"/>
                </a:moveTo>
                <a:lnTo>
                  <a:pt x="357759" y="42862"/>
                </a:lnTo>
                <a:lnTo>
                  <a:pt x="363220" y="44551"/>
                </a:lnTo>
                <a:lnTo>
                  <a:pt x="367919" y="47904"/>
                </a:lnTo>
                <a:lnTo>
                  <a:pt x="383921" y="73787"/>
                </a:lnTo>
                <a:lnTo>
                  <a:pt x="383921" y="88773"/>
                </a:lnTo>
                <a:lnTo>
                  <a:pt x="382397" y="95516"/>
                </a:lnTo>
                <a:lnTo>
                  <a:pt x="379349" y="101727"/>
                </a:lnTo>
                <a:lnTo>
                  <a:pt x="376428" y="107886"/>
                </a:lnTo>
                <a:lnTo>
                  <a:pt x="372491" y="112661"/>
                </a:lnTo>
                <a:lnTo>
                  <a:pt x="367792" y="116078"/>
                </a:lnTo>
                <a:lnTo>
                  <a:pt x="363093" y="119443"/>
                </a:lnTo>
                <a:lnTo>
                  <a:pt x="357759" y="121119"/>
                </a:lnTo>
                <a:lnTo>
                  <a:pt x="417398" y="121119"/>
                </a:lnTo>
                <a:lnTo>
                  <a:pt x="421147" y="112894"/>
                </a:lnTo>
                <a:lnTo>
                  <a:pt x="424243" y="102904"/>
                </a:lnTo>
                <a:lnTo>
                  <a:pt x="426100" y="92434"/>
                </a:lnTo>
                <a:lnTo>
                  <a:pt x="426720" y="81483"/>
                </a:lnTo>
                <a:lnTo>
                  <a:pt x="426100" y="70333"/>
                </a:lnTo>
                <a:lnTo>
                  <a:pt x="424243" y="59783"/>
                </a:lnTo>
                <a:lnTo>
                  <a:pt x="421147" y="49831"/>
                </a:lnTo>
                <a:lnTo>
                  <a:pt x="417919" y="42862"/>
                </a:lnTo>
                <a:close/>
              </a:path>
              <a:path w="501650" h="261620">
                <a:moveTo>
                  <a:pt x="485902" y="1422"/>
                </a:moveTo>
                <a:lnTo>
                  <a:pt x="473837" y="1422"/>
                </a:lnTo>
                <a:lnTo>
                  <a:pt x="468603" y="3479"/>
                </a:lnTo>
                <a:lnTo>
                  <a:pt x="464343" y="7581"/>
                </a:lnTo>
                <a:lnTo>
                  <a:pt x="460083" y="11620"/>
                </a:lnTo>
                <a:lnTo>
                  <a:pt x="457962" y="16776"/>
                </a:lnTo>
                <a:lnTo>
                  <a:pt x="458028" y="245313"/>
                </a:lnTo>
                <a:lnTo>
                  <a:pt x="459994" y="250215"/>
                </a:lnTo>
                <a:lnTo>
                  <a:pt x="463961" y="254660"/>
                </a:lnTo>
                <a:lnTo>
                  <a:pt x="467991" y="258813"/>
                </a:lnTo>
                <a:lnTo>
                  <a:pt x="473075" y="260896"/>
                </a:lnTo>
                <a:lnTo>
                  <a:pt x="485521" y="260896"/>
                </a:lnTo>
                <a:lnTo>
                  <a:pt x="490601" y="258813"/>
                </a:lnTo>
                <a:lnTo>
                  <a:pt x="494919" y="254660"/>
                </a:lnTo>
                <a:lnTo>
                  <a:pt x="499364" y="250444"/>
                </a:lnTo>
                <a:lnTo>
                  <a:pt x="501523" y="245313"/>
                </a:lnTo>
                <a:lnTo>
                  <a:pt x="501523" y="16776"/>
                </a:lnTo>
                <a:lnTo>
                  <a:pt x="499364" y="11620"/>
                </a:lnTo>
                <a:lnTo>
                  <a:pt x="495173" y="7581"/>
                </a:lnTo>
                <a:lnTo>
                  <a:pt x="490982" y="3479"/>
                </a:lnTo>
                <a:lnTo>
                  <a:pt x="485902" y="1422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906290" y="3343516"/>
            <a:ext cx="6650990" cy="254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 marR="223520" indent="201930">
              <a:lnSpc>
                <a:spcPct val="100000"/>
              </a:lnSpc>
              <a:spcBef>
                <a:spcPts val="105"/>
              </a:spcBef>
              <a:tabLst>
                <a:tab pos="5258435" algn="l"/>
              </a:tabLst>
            </a:pPr>
            <a:r>
              <a:rPr sz="2750" spc="150" dirty="0">
                <a:solidFill>
                  <a:srgbClr val="B75442"/>
                </a:solidFill>
                <a:latin typeface="Tahoma"/>
                <a:cs typeface="Tahoma"/>
              </a:rPr>
              <a:t>Many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websites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B75442"/>
                </a:solidFill>
                <a:latin typeface="Tahoma"/>
                <a:cs typeface="Tahoma"/>
              </a:rPr>
              <a:t>use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load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content</a:t>
            </a:r>
            <a:r>
              <a:rPr sz="2750" spc="-1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dynamically.</a:t>
            </a:r>
            <a:r>
              <a:rPr sz="2750" spc="-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Tools</a:t>
            </a:r>
            <a:r>
              <a:rPr sz="2750" spc="-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B75442"/>
                </a:solidFill>
                <a:latin typeface="Tahoma"/>
                <a:cs typeface="Tahoma"/>
              </a:rPr>
              <a:t>like</a:t>
            </a:r>
            <a:endParaRPr sz="2750">
              <a:latin typeface="Tahoma"/>
              <a:cs typeface="Tahoma"/>
            </a:endParaRPr>
          </a:p>
          <a:p>
            <a:pPr marL="12700" marR="5080" algn="ctr">
              <a:lnSpc>
                <a:spcPct val="100000"/>
              </a:lnSpc>
              <a:tabLst>
                <a:tab pos="2265045" algn="l"/>
                <a:tab pos="2618105" algn="l"/>
                <a:tab pos="4798695" algn="l"/>
              </a:tabLst>
            </a:pP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or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can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emulate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240" dirty="0">
                <a:solidFill>
                  <a:srgbClr val="B75442"/>
                </a:solidFill>
                <a:latin typeface="Tahoma"/>
                <a:cs typeface="Tahoma"/>
              </a:rPr>
              <a:t>a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browser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to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scrape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such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data.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Understanding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how</a:t>
            </a:r>
            <a:r>
              <a:rPr sz="2750" spc="6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handle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	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calls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endpoints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is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5" dirty="0">
                <a:solidFill>
                  <a:srgbClr val="B75442"/>
                </a:solidFill>
                <a:latin typeface="Tahoma"/>
                <a:cs typeface="Tahoma"/>
              </a:rPr>
              <a:t>also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vital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e</a:t>
            </a:r>
            <a:r>
              <a:rPr sz="2750" spc="210" dirty="0">
                <a:solidFill>
                  <a:srgbClr val="B75442"/>
                </a:solidFill>
                <a:latin typeface="Tahoma"/>
                <a:cs typeface="Tahoma"/>
              </a:rPr>
              <a:t> 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ective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75" dirty="0">
                <a:solidFill>
                  <a:srgbClr val="B75442"/>
                </a:solidFill>
                <a:latin typeface="Tahoma"/>
                <a:cs typeface="Tahoma"/>
              </a:rPr>
              <a:t>data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B75442"/>
                </a:solidFill>
                <a:latin typeface="Tahoma"/>
                <a:cs typeface="Tahoma"/>
              </a:rPr>
              <a:t>extraction.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9266555" marR="5080" indent="-1247775">
              <a:lnSpc>
                <a:spcPts val="3300"/>
              </a:lnSpc>
              <a:spcBef>
                <a:spcPts val="775"/>
              </a:spcBef>
            </a:pPr>
            <a:r>
              <a:rPr sz="3300" spc="380" dirty="0">
                <a:solidFill>
                  <a:srgbClr val="434343"/>
                </a:solidFill>
              </a:rPr>
              <a:t>HANDLING</a:t>
            </a:r>
            <a:r>
              <a:rPr sz="3300" spc="90" dirty="0">
                <a:solidFill>
                  <a:srgbClr val="434343"/>
                </a:solidFill>
              </a:rPr>
              <a:t> </a:t>
            </a:r>
            <a:r>
              <a:rPr sz="3300" spc="355" dirty="0">
                <a:solidFill>
                  <a:srgbClr val="434343"/>
                </a:solidFill>
              </a:rPr>
              <a:t>DYNAMIC </a:t>
            </a:r>
            <a:r>
              <a:rPr sz="3300" spc="285" dirty="0">
                <a:solidFill>
                  <a:srgbClr val="434343"/>
                </a:solidFill>
              </a:rPr>
              <a:t>CONTENT</a:t>
            </a:r>
            <a:endParaRPr sz="3300"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65" y="2583281"/>
            <a:ext cx="8848725" cy="5562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19936" y="9924998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4567999" y="0"/>
                </a:moveTo>
                <a:lnTo>
                  <a:pt x="0" y="0"/>
                </a:lnTo>
                <a:lnTo>
                  <a:pt x="0" y="352424"/>
                </a:lnTo>
                <a:lnTo>
                  <a:pt x="4567999" y="352424"/>
                </a:lnTo>
                <a:lnTo>
                  <a:pt x="4567999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9936" y="0"/>
            <a:ext cx="4568190" cy="352425"/>
          </a:xfrm>
          <a:custGeom>
            <a:avLst/>
            <a:gdLst/>
            <a:ahLst/>
            <a:cxnLst/>
            <a:rect l="l" t="t" r="r" b="b"/>
            <a:pathLst>
              <a:path w="4568190" h="352425">
                <a:moveTo>
                  <a:pt x="4568062" y="0"/>
                </a:moveTo>
                <a:lnTo>
                  <a:pt x="0" y="0"/>
                </a:lnTo>
                <a:lnTo>
                  <a:pt x="0" y="352425"/>
                </a:lnTo>
                <a:lnTo>
                  <a:pt x="4568062" y="352425"/>
                </a:lnTo>
                <a:lnTo>
                  <a:pt x="4568062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8" y="1368755"/>
            <a:ext cx="8096249" cy="7400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30689" y="2060695"/>
            <a:ext cx="7188834" cy="688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50" spc="320" dirty="0">
                <a:solidFill>
                  <a:srgbClr val="434343"/>
                </a:solidFill>
              </a:rPr>
              <a:t>RESPECTING</a:t>
            </a:r>
            <a:r>
              <a:rPr sz="4350" spc="125" dirty="0">
                <a:solidFill>
                  <a:srgbClr val="434343"/>
                </a:solidFill>
              </a:rPr>
              <a:t> </a:t>
            </a:r>
            <a:r>
              <a:rPr sz="4350" spc="75" dirty="0">
                <a:solidFill>
                  <a:srgbClr val="434343"/>
                </a:solidFill>
              </a:rPr>
              <a:t>ROBOTS.TXT</a:t>
            </a:r>
            <a:endParaRPr sz="435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5825" y="3683939"/>
            <a:ext cx="1563179" cy="2769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63575" y="4522139"/>
            <a:ext cx="2785491" cy="34345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966312" y="4941239"/>
            <a:ext cx="763905" cy="277495"/>
          </a:xfrm>
          <a:custGeom>
            <a:avLst/>
            <a:gdLst/>
            <a:ahLst/>
            <a:cxnLst/>
            <a:rect l="l" t="t" r="r" b="b"/>
            <a:pathLst>
              <a:path w="763904" h="277495">
                <a:moveTo>
                  <a:pt x="27597" y="78003"/>
                </a:moveTo>
                <a:lnTo>
                  <a:pt x="15290" y="78003"/>
                </a:lnTo>
                <a:lnTo>
                  <a:pt x="10248" y="80086"/>
                </a:lnTo>
                <a:lnTo>
                  <a:pt x="6146" y="84251"/>
                </a:lnTo>
                <a:lnTo>
                  <a:pt x="2057" y="88341"/>
                </a:lnTo>
                <a:lnTo>
                  <a:pt x="57" y="93218"/>
                </a:lnTo>
                <a:lnTo>
                  <a:pt x="0" y="257797"/>
                </a:lnTo>
                <a:lnTo>
                  <a:pt x="2019" y="262890"/>
                </a:lnTo>
                <a:lnTo>
                  <a:pt x="6070" y="267169"/>
                </a:lnTo>
                <a:lnTo>
                  <a:pt x="10172" y="271373"/>
                </a:lnTo>
                <a:lnTo>
                  <a:pt x="15240" y="273481"/>
                </a:lnTo>
                <a:lnTo>
                  <a:pt x="27317" y="273481"/>
                </a:lnTo>
                <a:lnTo>
                  <a:pt x="32346" y="271373"/>
                </a:lnTo>
                <a:lnTo>
                  <a:pt x="40500" y="262890"/>
                </a:lnTo>
                <a:lnTo>
                  <a:pt x="42545" y="257797"/>
                </a:lnTo>
                <a:lnTo>
                  <a:pt x="42545" y="159346"/>
                </a:lnTo>
                <a:lnTo>
                  <a:pt x="43827" y="152311"/>
                </a:lnTo>
                <a:lnTo>
                  <a:pt x="65443" y="119075"/>
                </a:lnTo>
                <a:lnTo>
                  <a:pt x="79679" y="112522"/>
                </a:lnTo>
                <a:lnTo>
                  <a:pt x="115509" y="112522"/>
                </a:lnTo>
                <a:lnTo>
                  <a:pt x="121348" y="107200"/>
                </a:lnTo>
                <a:lnTo>
                  <a:pt x="123367" y="101815"/>
                </a:lnTo>
                <a:lnTo>
                  <a:pt x="123367" y="98386"/>
                </a:lnTo>
                <a:lnTo>
                  <a:pt x="42532" y="98386"/>
                </a:lnTo>
                <a:lnTo>
                  <a:pt x="42410" y="94881"/>
                </a:lnTo>
                <a:lnTo>
                  <a:pt x="42341" y="92900"/>
                </a:lnTo>
                <a:lnTo>
                  <a:pt x="40449" y="88341"/>
                </a:lnTo>
                <a:lnTo>
                  <a:pt x="40386" y="88188"/>
                </a:lnTo>
                <a:lnTo>
                  <a:pt x="32715" y="80086"/>
                </a:lnTo>
                <a:lnTo>
                  <a:pt x="27597" y="78003"/>
                </a:lnTo>
                <a:close/>
              </a:path>
              <a:path w="763904" h="277495">
                <a:moveTo>
                  <a:pt x="115509" y="112522"/>
                </a:moveTo>
                <a:lnTo>
                  <a:pt x="87376" y="112522"/>
                </a:lnTo>
                <a:lnTo>
                  <a:pt x="90335" y="113182"/>
                </a:lnTo>
                <a:lnTo>
                  <a:pt x="93270" y="114554"/>
                </a:lnTo>
                <a:lnTo>
                  <a:pt x="95923" y="115747"/>
                </a:lnTo>
                <a:lnTo>
                  <a:pt x="99390" y="116370"/>
                </a:lnTo>
                <a:lnTo>
                  <a:pt x="108673" y="116370"/>
                </a:lnTo>
                <a:lnTo>
                  <a:pt x="113258" y="114554"/>
                </a:lnTo>
                <a:lnTo>
                  <a:pt x="115509" y="112522"/>
                </a:lnTo>
                <a:close/>
              </a:path>
              <a:path w="763904" h="277495">
                <a:moveTo>
                  <a:pt x="101815" y="73482"/>
                </a:moveTo>
                <a:lnTo>
                  <a:pt x="95427" y="73482"/>
                </a:lnTo>
                <a:lnTo>
                  <a:pt x="88352" y="73813"/>
                </a:lnTo>
                <a:lnTo>
                  <a:pt x="52248" y="88886"/>
                </a:lnTo>
                <a:lnTo>
                  <a:pt x="42532" y="98386"/>
                </a:lnTo>
                <a:lnTo>
                  <a:pt x="123367" y="98386"/>
                </a:lnTo>
                <a:lnTo>
                  <a:pt x="123367" y="87464"/>
                </a:lnTo>
                <a:lnTo>
                  <a:pt x="120294" y="82105"/>
                </a:lnTo>
                <a:lnTo>
                  <a:pt x="114307" y="78778"/>
                </a:lnTo>
                <a:lnTo>
                  <a:pt x="108051" y="75222"/>
                </a:lnTo>
                <a:lnTo>
                  <a:pt x="101815" y="73482"/>
                </a:lnTo>
                <a:close/>
              </a:path>
              <a:path w="763904" h="277495">
                <a:moveTo>
                  <a:pt x="167906" y="78003"/>
                </a:moveTo>
                <a:lnTo>
                  <a:pt x="155600" y="78003"/>
                </a:lnTo>
                <a:lnTo>
                  <a:pt x="150558" y="80086"/>
                </a:lnTo>
                <a:lnTo>
                  <a:pt x="142328" y="88404"/>
                </a:lnTo>
                <a:lnTo>
                  <a:pt x="140309" y="93421"/>
                </a:lnTo>
                <a:lnTo>
                  <a:pt x="140309" y="194805"/>
                </a:lnTo>
                <a:lnTo>
                  <a:pt x="152611" y="242954"/>
                </a:lnTo>
                <a:lnTo>
                  <a:pt x="188148" y="270925"/>
                </a:lnTo>
                <a:lnTo>
                  <a:pt x="222148" y="276313"/>
                </a:lnTo>
                <a:lnTo>
                  <a:pt x="240265" y="274966"/>
                </a:lnTo>
                <a:lnTo>
                  <a:pt x="282308" y="254774"/>
                </a:lnTo>
                <a:lnTo>
                  <a:pt x="295384" y="235902"/>
                </a:lnTo>
                <a:lnTo>
                  <a:pt x="222148" y="235902"/>
                </a:lnTo>
                <a:lnTo>
                  <a:pt x="213180" y="235271"/>
                </a:lnTo>
                <a:lnTo>
                  <a:pt x="183485" y="204558"/>
                </a:lnTo>
                <a:lnTo>
                  <a:pt x="182854" y="194805"/>
                </a:lnTo>
                <a:lnTo>
                  <a:pt x="182854" y="93421"/>
                </a:lnTo>
                <a:lnTo>
                  <a:pt x="180886" y="88404"/>
                </a:lnTo>
                <a:lnTo>
                  <a:pt x="173024" y="80086"/>
                </a:lnTo>
                <a:lnTo>
                  <a:pt x="167906" y="78003"/>
                </a:lnTo>
                <a:close/>
              </a:path>
              <a:path w="763904" h="277495">
                <a:moveTo>
                  <a:pt x="289306" y="78003"/>
                </a:moveTo>
                <a:lnTo>
                  <a:pt x="277063" y="78003"/>
                </a:lnTo>
                <a:lnTo>
                  <a:pt x="272021" y="80086"/>
                </a:lnTo>
                <a:lnTo>
                  <a:pt x="263740" y="88404"/>
                </a:lnTo>
                <a:lnTo>
                  <a:pt x="261708" y="93421"/>
                </a:lnTo>
                <a:lnTo>
                  <a:pt x="261708" y="194805"/>
                </a:lnTo>
                <a:lnTo>
                  <a:pt x="261084" y="204558"/>
                </a:lnTo>
                <a:lnTo>
                  <a:pt x="231368" y="235271"/>
                </a:lnTo>
                <a:lnTo>
                  <a:pt x="222148" y="235902"/>
                </a:lnTo>
                <a:lnTo>
                  <a:pt x="295384" y="235902"/>
                </a:lnTo>
                <a:lnTo>
                  <a:pt x="298773" y="229019"/>
                </a:lnTo>
                <a:lnTo>
                  <a:pt x="302890" y="212979"/>
                </a:lnTo>
                <a:lnTo>
                  <a:pt x="304266" y="194805"/>
                </a:lnTo>
                <a:lnTo>
                  <a:pt x="304266" y="93421"/>
                </a:lnTo>
                <a:lnTo>
                  <a:pt x="302298" y="88404"/>
                </a:lnTo>
                <a:lnTo>
                  <a:pt x="294436" y="80086"/>
                </a:lnTo>
                <a:lnTo>
                  <a:pt x="289306" y="78003"/>
                </a:lnTo>
                <a:close/>
              </a:path>
              <a:path w="763904" h="277495">
                <a:moveTo>
                  <a:pt x="371805" y="0"/>
                </a:moveTo>
                <a:lnTo>
                  <a:pt x="359613" y="0"/>
                </a:lnTo>
                <a:lnTo>
                  <a:pt x="354545" y="2082"/>
                </a:lnTo>
                <a:lnTo>
                  <a:pt x="350393" y="6235"/>
                </a:lnTo>
                <a:lnTo>
                  <a:pt x="346331" y="10350"/>
                </a:lnTo>
                <a:lnTo>
                  <a:pt x="344322" y="15354"/>
                </a:lnTo>
                <a:lnTo>
                  <a:pt x="344366" y="257860"/>
                </a:lnTo>
                <a:lnTo>
                  <a:pt x="346278" y="262801"/>
                </a:lnTo>
                <a:lnTo>
                  <a:pt x="350296" y="267169"/>
                </a:lnTo>
                <a:lnTo>
                  <a:pt x="354199" y="271373"/>
                </a:lnTo>
                <a:lnTo>
                  <a:pt x="359156" y="273481"/>
                </a:lnTo>
                <a:lnTo>
                  <a:pt x="371170" y="273481"/>
                </a:lnTo>
                <a:lnTo>
                  <a:pt x="376237" y="271373"/>
                </a:lnTo>
                <a:lnTo>
                  <a:pt x="380453" y="267169"/>
                </a:lnTo>
                <a:lnTo>
                  <a:pt x="384733" y="262953"/>
                </a:lnTo>
                <a:lnTo>
                  <a:pt x="386867" y="257860"/>
                </a:lnTo>
                <a:lnTo>
                  <a:pt x="386867" y="15354"/>
                </a:lnTo>
                <a:lnTo>
                  <a:pt x="384873" y="10350"/>
                </a:lnTo>
                <a:lnTo>
                  <a:pt x="376897" y="2082"/>
                </a:lnTo>
                <a:lnTo>
                  <a:pt x="371805" y="0"/>
                </a:lnTo>
                <a:close/>
              </a:path>
              <a:path w="763904" h="277495">
                <a:moveTo>
                  <a:pt x="505218" y="73482"/>
                </a:moveTo>
                <a:lnTo>
                  <a:pt x="460362" y="85864"/>
                </a:lnTo>
                <a:lnTo>
                  <a:pt x="426186" y="121412"/>
                </a:lnTo>
                <a:lnTo>
                  <a:pt x="416547" y="146592"/>
                </a:lnTo>
                <a:lnTo>
                  <a:pt x="416442" y="146939"/>
                </a:lnTo>
                <a:lnTo>
                  <a:pt x="414006" y="161417"/>
                </a:lnTo>
                <a:lnTo>
                  <a:pt x="413194" y="177038"/>
                </a:lnTo>
                <a:lnTo>
                  <a:pt x="413990" y="191189"/>
                </a:lnTo>
                <a:lnTo>
                  <a:pt x="425932" y="228714"/>
                </a:lnTo>
                <a:lnTo>
                  <a:pt x="461289" y="264096"/>
                </a:lnTo>
                <a:lnTo>
                  <a:pt x="499424" y="276181"/>
                </a:lnTo>
                <a:lnTo>
                  <a:pt x="513930" y="276987"/>
                </a:lnTo>
                <a:lnTo>
                  <a:pt x="524067" y="276432"/>
                </a:lnTo>
                <a:lnTo>
                  <a:pt x="561235" y="263468"/>
                </a:lnTo>
                <a:lnTo>
                  <a:pt x="581164" y="247688"/>
                </a:lnTo>
                <a:lnTo>
                  <a:pt x="586460" y="243471"/>
                </a:lnTo>
                <a:lnTo>
                  <a:pt x="589114" y="238226"/>
                </a:lnTo>
                <a:lnTo>
                  <a:pt x="589114" y="236575"/>
                </a:lnTo>
                <a:lnTo>
                  <a:pt x="512902" y="236575"/>
                </a:lnTo>
                <a:lnTo>
                  <a:pt x="504389" y="236084"/>
                </a:lnTo>
                <a:lnTo>
                  <a:pt x="466004" y="213578"/>
                </a:lnTo>
                <a:lnTo>
                  <a:pt x="455625" y="187375"/>
                </a:lnTo>
                <a:lnTo>
                  <a:pt x="580428" y="187375"/>
                </a:lnTo>
                <a:lnTo>
                  <a:pt x="585355" y="185432"/>
                </a:lnTo>
                <a:lnTo>
                  <a:pt x="593953" y="177622"/>
                </a:lnTo>
                <a:lnTo>
                  <a:pt x="596125" y="172694"/>
                </a:lnTo>
                <a:lnTo>
                  <a:pt x="596125" y="166776"/>
                </a:lnTo>
                <a:lnTo>
                  <a:pt x="595458" y="156434"/>
                </a:lnTo>
                <a:lnTo>
                  <a:pt x="594239" y="148755"/>
                </a:lnTo>
                <a:lnTo>
                  <a:pt x="458406" y="148755"/>
                </a:lnTo>
                <a:lnTo>
                  <a:pt x="458952" y="147193"/>
                </a:lnTo>
                <a:lnTo>
                  <a:pt x="493001" y="115316"/>
                </a:lnTo>
                <a:lnTo>
                  <a:pt x="499059" y="114236"/>
                </a:lnTo>
                <a:lnTo>
                  <a:pt x="580388" y="114236"/>
                </a:lnTo>
                <a:lnTo>
                  <a:pt x="579283" y="112437"/>
                </a:lnTo>
                <a:lnTo>
                  <a:pt x="546923" y="83558"/>
                </a:lnTo>
                <a:lnTo>
                  <a:pt x="513863" y="73887"/>
                </a:lnTo>
                <a:lnTo>
                  <a:pt x="505218" y="73482"/>
                </a:lnTo>
                <a:close/>
              </a:path>
              <a:path w="763904" h="277495">
                <a:moveTo>
                  <a:pt x="575475" y="212737"/>
                </a:moveTo>
                <a:lnTo>
                  <a:pt x="565556" y="212737"/>
                </a:lnTo>
                <a:lnTo>
                  <a:pt x="561060" y="214388"/>
                </a:lnTo>
                <a:lnTo>
                  <a:pt x="556387" y="217690"/>
                </a:lnTo>
                <a:lnTo>
                  <a:pt x="553313" y="221005"/>
                </a:lnTo>
                <a:lnTo>
                  <a:pt x="549808" y="224040"/>
                </a:lnTo>
                <a:lnTo>
                  <a:pt x="541947" y="229628"/>
                </a:lnTo>
                <a:lnTo>
                  <a:pt x="537311" y="231965"/>
                </a:lnTo>
                <a:lnTo>
                  <a:pt x="526605" y="235673"/>
                </a:lnTo>
                <a:lnTo>
                  <a:pt x="520255" y="236575"/>
                </a:lnTo>
                <a:lnTo>
                  <a:pt x="589114" y="236575"/>
                </a:lnTo>
                <a:lnTo>
                  <a:pt x="589114" y="226720"/>
                </a:lnTo>
                <a:lnTo>
                  <a:pt x="587286" y="222224"/>
                </a:lnTo>
                <a:lnTo>
                  <a:pt x="583641" y="218465"/>
                </a:lnTo>
                <a:lnTo>
                  <a:pt x="580059" y="214655"/>
                </a:lnTo>
                <a:lnTo>
                  <a:pt x="575475" y="212737"/>
                </a:lnTo>
                <a:close/>
              </a:path>
              <a:path w="763904" h="277495">
                <a:moveTo>
                  <a:pt x="580388" y="114236"/>
                </a:moveTo>
                <a:lnTo>
                  <a:pt x="512724" y="114236"/>
                </a:lnTo>
                <a:lnTo>
                  <a:pt x="519912" y="115862"/>
                </a:lnTo>
                <a:lnTo>
                  <a:pt x="533577" y="122351"/>
                </a:lnTo>
                <a:lnTo>
                  <a:pt x="539330" y="126936"/>
                </a:lnTo>
                <a:lnTo>
                  <a:pt x="547700" y="137515"/>
                </a:lnTo>
                <a:lnTo>
                  <a:pt x="550189" y="142811"/>
                </a:lnTo>
                <a:lnTo>
                  <a:pt x="551459" y="148755"/>
                </a:lnTo>
                <a:lnTo>
                  <a:pt x="594239" y="148755"/>
                </a:lnTo>
                <a:lnTo>
                  <a:pt x="593991" y="147193"/>
                </a:lnTo>
                <a:lnTo>
                  <a:pt x="593896" y="146592"/>
                </a:lnTo>
                <a:lnTo>
                  <a:pt x="591508" y="137515"/>
                </a:lnTo>
                <a:lnTo>
                  <a:pt x="591439" y="137251"/>
                </a:lnTo>
                <a:lnTo>
                  <a:pt x="588086" y="128409"/>
                </a:lnTo>
                <a:lnTo>
                  <a:pt x="584004" y="120125"/>
                </a:lnTo>
                <a:lnTo>
                  <a:pt x="580388" y="114236"/>
                </a:lnTo>
                <a:close/>
              </a:path>
              <a:path w="763904" h="277495">
                <a:moveTo>
                  <a:pt x="627697" y="209270"/>
                </a:moveTo>
                <a:lnTo>
                  <a:pt x="623341" y="210375"/>
                </a:lnTo>
                <a:lnTo>
                  <a:pt x="613994" y="216877"/>
                </a:lnTo>
                <a:lnTo>
                  <a:pt x="611009" y="221513"/>
                </a:lnTo>
                <a:lnTo>
                  <a:pt x="610209" y="232333"/>
                </a:lnTo>
                <a:lnTo>
                  <a:pt x="611606" y="237324"/>
                </a:lnTo>
                <a:lnTo>
                  <a:pt x="640204" y="264370"/>
                </a:lnTo>
                <a:lnTo>
                  <a:pt x="681203" y="276565"/>
                </a:lnTo>
                <a:lnTo>
                  <a:pt x="682232" y="276565"/>
                </a:lnTo>
                <a:lnTo>
                  <a:pt x="691007" y="276987"/>
                </a:lnTo>
                <a:lnTo>
                  <a:pt x="733779" y="266447"/>
                </a:lnTo>
                <a:lnTo>
                  <a:pt x="758885" y="239395"/>
                </a:lnTo>
                <a:lnTo>
                  <a:pt x="693572" y="239395"/>
                </a:lnTo>
                <a:lnTo>
                  <a:pt x="685806" y="239016"/>
                </a:lnTo>
                <a:lnTo>
                  <a:pt x="650688" y="221687"/>
                </a:lnTo>
                <a:lnTo>
                  <a:pt x="642137" y="212407"/>
                </a:lnTo>
                <a:lnTo>
                  <a:pt x="637667" y="210070"/>
                </a:lnTo>
                <a:lnTo>
                  <a:pt x="627697" y="209270"/>
                </a:lnTo>
                <a:close/>
              </a:path>
              <a:path w="763904" h="277495">
                <a:moveTo>
                  <a:pt x="696277" y="73482"/>
                </a:moveTo>
                <a:lnTo>
                  <a:pt x="689216" y="73482"/>
                </a:lnTo>
                <a:lnTo>
                  <a:pt x="680022" y="73920"/>
                </a:lnTo>
                <a:lnTo>
                  <a:pt x="639851" y="89073"/>
                </a:lnTo>
                <a:lnTo>
                  <a:pt x="619256" y="123422"/>
                </a:lnTo>
                <a:lnTo>
                  <a:pt x="618810" y="135305"/>
                </a:lnTo>
                <a:lnTo>
                  <a:pt x="619004" y="138925"/>
                </a:lnTo>
                <a:lnTo>
                  <a:pt x="647941" y="180479"/>
                </a:lnTo>
                <a:lnTo>
                  <a:pt x="686739" y="194462"/>
                </a:lnTo>
                <a:lnTo>
                  <a:pt x="693915" y="196278"/>
                </a:lnTo>
                <a:lnTo>
                  <a:pt x="700354" y="198310"/>
                </a:lnTo>
                <a:lnTo>
                  <a:pt x="711733" y="202742"/>
                </a:lnTo>
                <a:lnTo>
                  <a:pt x="716013" y="205257"/>
                </a:lnTo>
                <a:lnTo>
                  <a:pt x="718858" y="208038"/>
                </a:lnTo>
                <a:lnTo>
                  <a:pt x="721766" y="210832"/>
                </a:lnTo>
                <a:lnTo>
                  <a:pt x="723214" y="214477"/>
                </a:lnTo>
                <a:lnTo>
                  <a:pt x="723214" y="223824"/>
                </a:lnTo>
                <a:lnTo>
                  <a:pt x="693572" y="239395"/>
                </a:lnTo>
                <a:lnTo>
                  <a:pt x="758885" y="239395"/>
                </a:lnTo>
                <a:lnTo>
                  <a:pt x="760660" y="235234"/>
                </a:lnTo>
                <a:lnTo>
                  <a:pt x="762624" y="226923"/>
                </a:lnTo>
                <a:lnTo>
                  <a:pt x="763282" y="217957"/>
                </a:lnTo>
                <a:lnTo>
                  <a:pt x="763231" y="216877"/>
                </a:lnTo>
                <a:lnTo>
                  <a:pt x="763119" y="214477"/>
                </a:lnTo>
                <a:lnTo>
                  <a:pt x="763021" y="212407"/>
                </a:lnTo>
                <a:lnTo>
                  <a:pt x="762926" y="210375"/>
                </a:lnTo>
                <a:lnTo>
                  <a:pt x="761853" y="203385"/>
                </a:lnTo>
                <a:lnTo>
                  <a:pt x="742353" y="173786"/>
                </a:lnTo>
                <a:lnTo>
                  <a:pt x="736028" y="169278"/>
                </a:lnTo>
                <a:lnTo>
                  <a:pt x="729221" y="165747"/>
                </a:lnTo>
                <a:lnTo>
                  <a:pt x="721931" y="163195"/>
                </a:lnTo>
                <a:lnTo>
                  <a:pt x="714641" y="160566"/>
                </a:lnTo>
                <a:lnTo>
                  <a:pt x="707232" y="158318"/>
                </a:lnTo>
                <a:lnTo>
                  <a:pt x="699465" y="156349"/>
                </a:lnTo>
                <a:lnTo>
                  <a:pt x="691553" y="154076"/>
                </a:lnTo>
                <a:lnTo>
                  <a:pt x="660128" y="132168"/>
                </a:lnTo>
                <a:lnTo>
                  <a:pt x="660082" y="126250"/>
                </a:lnTo>
                <a:lnTo>
                  <a:pt x="661327" y="122555"/>
                </a:lnTo>
                <a:lnTo>
                  <a:pt x="666343" y="117195"/>
                </a:lnTo>
                <a:lnTo>
                  <a:pt x="669682" y="115282"/>
                </a:lnTo>
                <a:lnTo>
                  <a:pt x="669548" y="115282"/>
                </a:lnTo>
                <a:lnTo>
                  <a:pt x="674268" y="113893"/>
                </a:lnTo>
                <a:lnTo>
                  <a:pt x="678700" y="112522"/>
                </a:lnTo>
                <a:lnTo>
                  <a:pt x="683348" y="111836"/>
                </a:lnTo>
                <a:lnTo>
                  <a:pt x="758941" y="111836"/>
                </a:lnTo>
                <a:lnTo>
                  <a:pt x="758761" y="108902"/>
                </a:lnTo>
                <a:lnTo>
                  <a:pt x="726816" y="80492"/>
                </a:lnTo>
                <a:lnTo>
                  <a:pt x="703656" y="74307"/>
                </a:lnTo>
                <a:lnTo>
                  <a:pt x="696277" y="73482"/>
                </a:lnTo>
                <a:close/>
              </a:path>
              <a:path w="763904" h="277495">
                <a:moveTo>
                  <a:pt x="758941" y="111836"/>
                </a:moveTo>
                <a:lnTo>
                  <a:pt x="696048" y="111836"/>
                </a:lnTo>
                <a:lnTo>
                  <a:pt x="703160" y="113207"/>
                </a:lnTo>
                <a:lnTo>
                  <a:pt x="715924" y="118618"/>
                </a:lnTo>
                <a:lnTo>
                  <a:pt x="721290" y="122555"/>
                </a:lnTo>
                <a:lnTo>
                  <a:pt x="725525" y="127647"/>
                </a:lnTo>
                <a:lnTo>
                  <a:pt x="728992" y="131178"/>
                </a:lnTo>
                <a:lnTo>
                  <a:pt x="733209" y="133146"/>
                </a:lnTo>
                <a:lnTo>
                  <a:pt x="738174" y="133540"/>
                </a:lnTo>
                <a:lnTo>
                  <a:pt x="743127" y="133883"/>
                </a:lnTo>
                <a:lnTo>
                  <a:pt x="747674" y="132549"/>
                </a:lnTo>
                <a:lnTo>
                  <a:pt x="751840" y="129527"/>
                </a:lnTo>
                <a:lnTo>
                  <a:pt x="757072" y="125031"/>
                </a:lnTo>
                <a:lnTo>
                  <a:pt x="759498" y="120015"/>
                </a:lnTo>
                <a:lnTo>
                  <a:pt x="759398" y="118618"/>
                </a:lnTo>
                <a:lnTo>
                  <a:pt x="759297" y="117195"/>
                </a:lnTo>
                <a:lnTo>
                  <a:pt x="759207" y="115938"/>
                </a:lnTo>
                <a:lnTo>
                  <a:pt x="759104" y="114490"/>
                </a:lnTo>
                <a:lnTo>
                  <a:pt x="758983" y="112522"/>
                </a:lnTo>
                <a:lnTo>
                  <a:pt x="758941" y="111836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865067" y="3175673"/>
            <a:ext cx="6418580" cy="2541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  <a:tabLst>
                <a:tab pos="3221990" algn="l"/>
              </a:tabLst>
            </a:pP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Before</a:t>
            </a:r>
            <a:r>
              <a:rPr sz="2750" spc="-3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scraping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240" dirty="0">
                <a:solidFill>
                  <a:srgbClr val="B75442"/>
                </a:solidFill>
                <a:latin typeface="Tahoma"/>
                <a:cs typeface="Tahoma"/>
              </a:rPr>
              <a:t>a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website,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always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check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30" dirty="0">
                <a:solidFill>
                  <a:srgbClr val="B75442"/>
                </a:solidFill>
                <a:latin typeface="Tahoma"/>
                <a:cs typeface="Tahoma"/>
              </a:rPr>
              <a:t>its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ﬁle.</a:t>
            </a:r>
            <a:r>
              <a:rPr sz="2750" spc="-1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This</a:t>
            </a:r>
            <a:r>
              <a:rPr sz="2750" spc="-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ﬁle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indicates</a:t>
            </a:r>
            <a:r>
              <a:rPr sz="2750" spc="-6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which</a:t>
            </a:r>
            <a:r>
              <a:rPr sz="2750" spc="-6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5" dirty="0">
                <a:solidFill>
                  <a:srgbClr val="B75442"/>
                </a:solidFill>
                <a:latin typeface="Tahoma"/>
                <a:cs typeface="Tahoma"/>
              </a:rPr>
              <a:t>parts</a:t>
            </a:r>
            <a:r>
              <a:rPr sz="2750" spc="-6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85" dirty="0">
                <a:solidFill>
                  <a:srgbClr val="B75442"/>
                </a:solidFill>
                <a:latin typeface="Tahoma"/>
                <a:cs typeface="Tahoma"/>
              </a:rPr>
              <a:t>of</a:t>
            </a:r>
            <a:r>
              <a:rPr sz="2750" spc="-6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the</a:t>
            </a:r>
            <a:r>
              <a:rPr sz="2750" spc="-6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B75442"/>
                </a:solidFill>
                <a:latin typeface="Tahoma"/>
                <a:cs typeface="Tahoma"/>
              </a:rPr>
              <a:t>site</a:t>
            </a:r>
            <a:r>
              <a:rPr sz="2750" spc="-6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can</a:t>
            </a:r>
            <a:r>
              <a:rPr sz="2750" spc="-6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be</a:t>
            </a:r>
            <a:endParaRPr sz="2750">
              <a:latin typeface="Tahoma"/>
              <a:cs typeface="Tahoma"/>
            </a:endParaRPr>
          </a:p>
          <a:p>
            <a:pPr marR="2906395" algn="ctr">
              <a:lnSpc>
                <a:spcPct val="100000"/>
              </a:lnSpc>
            </a:pP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crawled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or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scraped.</a:t>
            </a:r>
            <a:endParaRPr sz="2750">
              <a:latin typeface="Tahoma"/>
              <a:cs typeface="Tahoma"/>
            </a:endParaRPr>
          </a:p>
          <a:p>
            <a:pPr marL="110489" marR="67310" indent="850265">
              <a:lnSpc>
                <a:spcPct val="100000"/>
              </a:lnSpc>
            </a:pP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is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important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avoid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legal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B75442"/>
                </a:solidFill>
                <a:latin typeface="Tahoma"/>
                <a:cs typeface="Tahoma"/>
              </a:rPr>
              <a:t>issues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ensure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ethical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scraping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practices.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8270"/>
            <a:chOff x="0" y="0"/>
            <a:chExt cx="1828800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76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352425" y="0"/>
                  </a:moveTo>
                  <a:lnTo>
                    <a:pt x="0" y="0"/>
                  </a:lnTo>
                  <a:lnTo>
                    <a:pt x="0" y="2857500"/>
                  </a:lnTo>
                  <a:lnTo>
                    <a:pt x="352425" y="2857500"/>
                  </a:lnTo>
                  <a:lnTo>
                    <a:pt x="352425" y="0"/>
                  </a:lnTo>
                  <a:close/>
                </a:path>
                <a:path w="18288000" h="10287635">
                  <a:moveTo>
                    <a:pt x="18287988" y="9935007"/>
                  </a:moveTo>
                  <a:lnTo>
                    <a:pt x="0" y="9935007"/>
                  </a:lnTo>
                  <a:lnTo>
                    <a:pt x="0" y="10287432"/>
                  </a:lnTo>
                  <a:lnTo>
                    <a:pt x="18287988" y="10287432"/>
                  </a:lnTo>
                  <a:lnTo>
                    <a:pt x="18287988" y="9935007"/>
                  </a:lnTo>
                  <a:close/>
                </a:path>
                <a:path w="18288000" h="10287635">
                  <a:moveTo>
                    <a:pt x="18287988" y="12"/>
                  </a:moveTo>
                  <a:lnTo>
                    <a:pt x="17957534" y="12"/>
                  </a:lnTo>
                  <a:lnTo>
                    <a:pt x="17957534" y="1419237"/>
                  </a:lnTo>
                  <a:lnTo>
                    <a:pt x="18287988" y="1419237"/>
                  </a:lnTo>
                  <a:lnTo>
                    <a:pt x="18287988" y="12"/>
                  </a:lnTo>
                  <a:close/>
                </a:path>
              </a:pathLst>
            </a:custGeom>
            <a:solidFill>
              <a:srgbClr val="DB75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5681" y="694994"/>
            <a:ext cx="9096375" cy="14763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100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300"/>
              </a:spcBef>
            </a:pPr>
            <a:r>
              <a:rPr sz="4100" spc="55" dirty="0">
                <a:solidFill>
                  <a:srgbClr val="434343"/>
                </a:solidFill>
              </a:rPr>
              <a:t>DATA</a:t>
            </a:r>
            <a:r>
              <a:rPr sz="4100" spc="125" dirty="0">
                <a:solidFill>
                  <a:srgbClr val="434343"/>
                </a:solidFill>
              </a:rPr>
              <a:t> </a:t>
            </a:r>
            <a:r>
              <a:rPr sz="4100" spc="450" dirty="0">
                <a:solidFill>
                  <a:srgbClr val="434343"/>
                </a:solidFill>
              </a:rPr>
              <a:t>CLEANING</a:t>
            </a:r>
            <a:r>
              <a:rPr sz="4100" spc="125" dirty="0">
                <a:solidFill>
                  <a:srgbClr val="434343"/>
                </a:solidFill>
              </a:rPr>
              <a:t> </a:t>
            </a:r>
            <a:r>
              <a:rPr sz="4100" spc="375" dirty="0">
                <a:solidFill>
                  <a:srgbClr val="434343"/>
                </a:solidFill>
              </a:rPr>
              <a:t>TECHNIQUES</a:t>
            </a:r>
            <a:endParaRPr sz="4100"/>
          </a:p>
        </p:txBody>
      </p:sp>
      <p:grpSp>
        <p:nvGrpSpPr>
          <p:cNvPr id="6" name="object 6"/>
          <p:cNvGrpSpPr/>
          <p:nvPr/>
        </p:nvGrpSpPr>
        <p:grpSpPr>
          <a:xfrm>
            <a:off x="702497" y="2445004"/>
            <a:ext cx="9096375" cy="5095875"/>
            <a:chOff x="702497" y="2445004"/>
            <a:chExt cx="9096375" cy="5095875"/>
          </a:xfrm>
        </p:grpSpPr>
        <p:sp>
          <p:nvSpPr>
            <p:cNvPr id="7" name="object 7"/>
            <p:cNvSpPr/>
            <p:nvPr/>
          </p:nvSpPr>
          <p:spPr>
            <a:xfrm>
              <a:off x="702497" y="2445004"/>
              <a:ext cx="9096375" cy="5095875"/>
            </a:xfrm>
            <a:custGeom>
              <a:avLst/>
              <a:gdLst/>
              <a:ahLst/>
              <a:cxnLst/>
              <a:rect l="l" t="t" r="r" b="b"/>
              <a:pathLst>
                <a:path w="9096375" h="5095875">
                  <a:moveTo>
                    <a:pt x="9096377" y="0"/>
                  </a:moveTo>
                  <a:lnTo>
                    <a:pt x="0" y="0"/>
                  </a:lnTo>
                  <a:lnTo>
                    <a:pt x="0" y="5095875"/>
                  </a:lnTo>
                  <a:lnTo>
                    <a:pt x="9096377" y="5095875"/>
                  </a:lnTo>
                  <a:lnTo>
                    <a:pt x="9096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5108" y="3718115"/>
              <a:ext cx="1909356" cy="3925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7542" y="3738918"/>
              <a:ext cx="1364665" cy="37172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15960" y="4194365"/>
              <a:ext cx="1191260" cy="316865"/>
            </a:xfrm>
            <a:custGeom>
              <a:avLst/>
              <a:gdLst/>
              <a:ahLst/>
              <a:cxnLst/>
              <a:rect l="l" t="t" r="r" b="b"/>
              <a:pathLst>
                <a:path w="1191260" h="316864">
                  <a:moveTo>
                    <a:pt x="29006" y="85636"/>
                  </a:moveTo>
                  <a:lnTo>
                    <a:pt x="16827" y="85636"/>
                  </a:lnTo>
                  <a:lnTo>
                    <a:pt x="10909" y="88011"/>
                  </a:lnTo>
                  <a:lnTo>
                    <a:pt x="2184" y="97510"/>
                  </a:lnTo>
                  <a:lnTo>
                    <a:pt x="0" y="102692"/>
                  </a:lnTo>
                  <a:lnTo>
                    <a:pt x="0" y="111023"/>
                  </a:lnTo>
                  <a:lnTo>
                    <a:pt x="177" y="112445"/>
                  </a:lnTo>
                  <a:lnTo>
                    <a:pt x="292" y="113360"/>
                  </a:lnTo>
                  <a:lnTo>
                    <a:pt x="876" y="115316"/>
                  </a:lnTo>
                  <a:lnTo>
                    <a:pt x="1524" y="117271"/>
                  </a:lnTo>
                  <a:lnTo>
                    <a:pt x="2184" y="118897"/>
                  </a:lnTo>
                  <a:lnTo>
                    <a:pt x="2832" y="120205"/>
                  </a:lnTo>
                  <a:lnTo>
                    <a:pt x="79781" y="297027"/>
                  </a:lnTo>
                  <a:lnTo>
                    <a:pt x="99364" y="312953"/>
                  </a:lnTo>
                  <a:lnTo>
                    <a:pt x="104381" y="312559"/>
                  </a:lnTo>
                  <a:lnTo>
                    <a:pt x="153619" y="232613"/>
                  </a:lnTo>
                  <a:lnTo>
                    <a:pt x="103797" y="232613"/>
                  </a:lnTo>
                  <a:lnTo>
                    <a:pt x="45579" y="96050"/>
                  </a:lnTo>
                  <a:lnTo>
                    <a:pt x="45466" y="95783"/>
                  </a:lnTo>
                  <a:lnTo>
                    <a:pt x="42252" y="92075"/>
                  </a:lnTo>
                  <a:lnTo>
                    <a:pt x="37884" y="89535"/>
                  </a:lnTo>
                  <a:lnTo>
                    <a:pt x="33515" y="86931"/>
                  </a:lnTo>
                  <a:lnTo>
                    <a:pt x="29006" y="85636"/>
                  </a:lnTo>
                  <a:close/>
                </a:path>
                <a:path w="1191260" h="316864">
                  <a:moveTo>
                    <a:pt x="188417" y="85636"/>
                  </a:moveTo>
                  <a:lnTo>
                    <a:pt x="182499" y="85636"/>
                  </a:lnTo>
                  <a:lnTo>
                    <a:pt x="175076" y="86307"/>
                  </a:lnTo>
                  <a:lnTo>
                    <a:pt x="168827" y="89101"/>
                  </a:lnTo>
                  <a:lnTo>
                    <a:pt x="163750" y="94017"/>
                  </a:lnTo>
                  <a:lnTo>
                    <a:pt x="159842" y="101053"/>
                  </a:lnTo>
                  <a:lnTo>
                    <a:pt x="103797" y="232613"/>
                  </a:lnTo>
                  <a:lnTo>
                    <a:pt x="153619" y="232613"/>
                  </a:lnTo>
                  <a:lnTo>
                    <a:pt x="202615" y="119710"/>
                  </a:lnTo>
                  <a:lnTo>
                    <a:pt x="203327" y="118275"/>
                  </a:lnTo>
                  <a:lnTo>
                    <a:pt x="203974" y="116547"/>
                  </a:lnTo>
                  <a:lnTo>
                    <a:pt x="205155" y="112445"/>
                  </a:lnTo>
                  <a:lnTo>
                    <a:pt x="205343" y="111023"/>
                  </a:lnTo>
                  <a:lnTo>
                    <a:pt x="205447" y="101384"/>
                  </a:lnTo>
                  <a:lnTo>
                    <a:pt x="203098" y="96050"/>
                  </a:lnTo>
                  <a:lnTo>
                    <a:pt x="193725" y="87718"/>
                  </a:lnTo>
                  <a:lnTo>
                    <a:pt x="188417" y="85636"/>
                  </a:lnTo>
                  <a:close/>
                </a:path>
                <a:path w="1191260" h="316864">
                  <a:moveTo>
                    <a:pt x="323037" y="83972"/>
                  </a:moveTo>
                  <a:lnTo>
                    <a:pt x="282746" y="92485"/>
                  </a:lnTo>
                  <a:lnTo>
                    <a:pt x="249561" y="116903"/>
                  </a:lnTo>
                  <a:lnTo>
                    <a:pt x="227560" y="153686"/>
                  </a:lnTo>
                  <a:lnTo>
                    <a:pt x="219925" y="199872"/>
                  </a:lnTo>
                  <a:lnTo>
                    <a:pt x="220773" y="216041"/>
                  </a:lnTo>
                  <a:lnTo>
                    <a:pt x="233502" y="259346"/>
                  </a:lnTo>
                  <a:lnTo>
                    <a:pt x="259462" y="292702"/>
                  </a:lnTo>
                  <a:lnTo>
                    <a:pt x="295727" y="312702"/>
                  </a:lnTo>
                  <a:lnTo>
                    <a:pt x="323824" y="316560"/>
                  </a:lnTo>
                  <a:lnTo>
                    <a:pt x="332696" y="316162"/>
                  </a:lnTo>
                  <a:lnTo>
                    <a:pt x="371989" y="302915"/>
                  </a:lnTo>
                  <a:lnTo>
                    <a:pt x="385832" y="292702"/>
                  </a:lnTo>
                  <a:lnTo>
                    <a:pt x="434162" y="292702"/>
                  </a:lnTo>
                  <a:lnTo>
                    <a:pt x="434162" y="270383"/>
                  </a:lnTo>
                  <a:lnTo>
                    <a:pt x="327431" y="270383"/>
                  </a:lnTo>
                  <a:lnTo>
                    <a:pt x="318951" y="269814"/>
                  </a:lnTo>
                  <a:lnTo>
                    <a:pt x="284621" y="250507"/>
                  </a:lnTo>
                  <a:lnTo>
                    <a:pt x="268260" y="209842"/>
                  </a:lnTo>
                  <a:lnTo>
                    <a:pt x="267779" y="199872"/>
                  </a:lnTo>
                  <a:lnTo>
                    <a:pt x="268249" y="190126"/>
                  </a:lnTo>
                  <a:lnTo>
                    <a:pt x="268267" y="189754"/>
                  </a:lnTo>
                  <a:lnTo>
                    <a:pt x="284865" y="149398"/>
                  </a:lnTo>
                  <a:lnTo>
                    <a:pt x="319085" y="130717"/>
                  </a:lnTo>
                  <a:lnTo>
                    <a:pt x="327431" y="130162"/>
                  </a:lnTo>
                  <a:lnTo>
                    <a:pt x="434162" y="130162"/>
                  </a:lnTo>
                  <a:lnTo>
                    <a:pt x="434162" y="106527"/>
                  </a:lnTo>
                  <a:lnTo>
                    <a:pt x="385978" y="106527"/>
                  </a:lnTo>
                  <a:lnTo>
                    <a:pt x="379687" y="101624"/>
                  </a:lnTo>
                  <a:lnTo>
                    <a:pt x="372910" y="97256"/>
                  </a:lnTo>
                  <a:lnTo>
                    <a:pt x="332252" y="84357"/>
                  </a:lnTo>
                  <a:lnTo>
                    <a:pt x="323037" y="83972"/>
                  </a:lnTo>
                  <a:close/>
                </a:path>
                <a:path w="1191260" h="316864">
                  <a:moveTo>
                    <a:pt x="434162" y="292702"/>
                  </a:moveTo>
                  <a:lnTo>
                    <a:pt x="385956" y="292702"/>
                  </a:lnTo>
                  <a:lnTo>
                    <a:pt x="386765" y="297345"/>
                  </a:lnTo>
                  <a:lnTo>
                    <a:pt x="388874" y="301548"/>
                  </a:lnTo>
                  <a:lnTo>
                    <a:pt x="396854" y="310222"/>
                  </a:lnTo>
                  <a:lnTo>
                    <a:pt x="397005" y="310222"/>
                  </a:lnTo>
                  <a:lnTo>
                    <a:pt x="402628" y="312559"/>
                  </a:lnTo>
                  <a:lnTo>
                    <a:pt x="416750" y="312559"/>
                  </a:lnTo>
                  <a:lnTo>
                    <a:pt x="422334" y="310222"/>
                  </a:lnTo>
                  <a:lnTo>
                    <a:pt x="424690" y="307880"/>
                  </a:lnTo>
                  <a:lnTo>
                    <a:pt x="431825" y="300443"/>
                  </a:lnTo>
                  <a:lnTo>
                    <a:pt x="434162" y="294627"/>
                  </a:lnTo>
                  <a:lnTo>
                    <a:pt x="434162" y="292702"/>
                  </a:lnTo>
                  <a:close/>
                </a:path>
                <a:path w="1191260" h="316864">
                  <a:moveTo>
                    <a:pt x="434162" y="130162"/>
                  </a:moveTo>
                  <a:lnTo>
                    <a:pt x="327431" y="130162"/>
                  </a:lnTo>
                  <a:lnTo>
                    <a:pt x="335918" y="130717"/>
                  </a:lnTo>
                  <a:lnTo>
                    <a:pt x="343890" y="132383"/>
                  </a:lnTo>
                  <a:lnTo>
                    <a:pt x="375260" y="156381"/>
                  </a:lnTo>
                  <a:lnTo>
                    <a:pt x="386658" y="189754"/>
                  </a:lnTo>
                  <a:lnTo>
                    <a:pt x="386716" y="190126"/>
                  </a:lnTo>
                  <a:lnTo>
                    <a:pt x="382788" y="228054"/>
                  </a:lnTo>
                  <a:lnTo>
                    <a:pt x="358292" y="261289"/>
                  </a:lnTo>
                  <a:lnTo>
                    <a:pt x="327431" y="270383"/>
                  </a:lnTo>
                  <a:lnTo>
                    <a:pt x="434162" y="270383"/>
                  </a:lnTo>
                  <a:lnTo>
                    <a:pt x="434162" y="130162"/>
                  </a:lnTo>
                  <a:close/>
                </a:path>
                <a:path w="1191260" h="316864">
                  <a:moveTo>
                    <a:pt x="416687" y="87198"/>
                  </a:moveTo>
                  <a:lnTo>
                    <a:pt x="402691" y="87198"/>
                  </a:lnTo>
                  <a:lnTo>
                    <a:pt x="396836" y="89573"/>
                  </a:lnTo>
                  <a:lnTo>
                    <a:pt x="388924" y="97815"/>
                  </a:lnTo>
                  <a:lnTo>
                    <a:pt x="386829" y="101879"/>
                  </a:lnTo>
                  <a:lnTo>
                    <a:pt x="385978" y="106527"/>
                  </a:lnTo>
                  <a:lnTo>
                    <a:pt x="434162" y="106527"/>
                  </a:lnTo>
                  <a:lnTo>
                    <a:pt x="434162" y="104673"/>
                  </a:lnTo>
                  <a:lnTo>
                    <a:pt x="431907" y="99110"/>
                  </a:lnTo>
                  <a:lnTo>
                    <a:pt x="431825" y="98907"/>
                  </a:lnTo>
                  <a:lnTo>
                    <a:pt x="422478" y="89573"/>
                  </a:lnTo>
                  <a:lnTo>
                    <a:pt x="416687" y="87198"/>
                  </a:lnTo>
                  <a:close/>
                </a:path>
                <a:path w="1191260" h="316864">
                  <a:moveTo>
                    <a:pt x="511327" y="0"/>
                  </a:moveTo>
                  <a:lnTo>
                    <a:pt x="497395" y="0"/>
                  </a:lnTo>
                  <a:lnTo>
                    <a:pt x="491604" y="2374"/>
                  </a:lnTo>
                  <a:lnTo>
                    <a:pt x="486848" y="7124"/>
                  </a:lnTo>
                  <a:lnTo>
                    <a:pt x="482215" y="11811"/>
                  </a:lnTo>
                  <a:lnTo>
                    <a:pt x="479920" y="17538"/>
                  </a:lnTo>
                  <a:lnTo>
                    <a:pt x="479969" y="294690"/>
                  </a:lnTo>
                  <a:lnTo>
                    <a:pt x="482168" y="300355"/>
                  </a:lnTo>
                  <a:lnTo>
                    <a:pt x="491206" y="310146"/>
                  </a:lnTo>
                  <a:lnTo>
                    <a:pt x="496874" y="312559"/>
                  </a:lnTo>
                  <a:lnTo>
                    <a:pt x="510616" y="312559"/>
                  </a:lnTo>
                  <a:lnTo>
                    <a:pt x="516407" y="310146"/>
                  </a:lnTo>
                  <a:lnTo>
                    <a:pt x="521220" y="305333"/>
                  </a:lnTo>
                  <a:lnTo>
                    <a:pt x="526110" y="300520"/>
                  </a:lnTo>
                  <a:lnTo>
                    <a:pt x="528548" y="294690"/>
                  </a:lnTo>
                  <a:lnTo>
                    <a:pt x="528548" y="17538"/>
                  </a:lnTo>
                  <a:lnTo>
                    <a:pt x="526275" y="11811"/>
                  </a:lnTo>
                  <a:lnTo>
                    <a:pt x="521716" y="7124"/>
                  </a:lnTo>
                  <a:lnTo>
                    <a:pt x="517156" y="2374"/>
                  </a:lnTo>
                  <a:lnTo>
                    <a:pt x="511327" y="0"/>
                  </a:lnTo>
                  <a:close/>
                </a:path>
                <a:path w="1191260" h="316864">
                  <a:moveTo>
                    <a:pt x="603415" y="89154"/>
                  </a:moveTo>
                  <a:lnTo>
                    <a:pt x="589356" y="89154"/>
                  </a:lnTo>
                  <a:lnTo>
                    <a:pt x="583590" y="91528"/>
                  </a:lnTo>
                  <a:lnTo>
                    <a:pt x="574191" y="101028"/>
                  </a:lnTo>
                  <a:lnTo>
                    <a:pt x="571868" y="106756"/>
                  </a:lnTo>
                  <a:lnTo>
                    <a:pt x="571868" y="222631"/>
                  </a:lnTo>
                  <a:lnTo>
                    <a:pt x="578123" y="261735"/>
                  </a:lnTo>
                  <a:lnTo>
                    <a:pt x="610566" y="301940"/>
                  </a:lnTo>
                  <a:lnTo>
                    <a:pt x="665416" y="315785"/>
                  </a:lnTo>
                  <a:lnTo>
                    <a:pt x="686116" y="314247"/>
                  </a:lnTo>
                  <a:lnTo>
                    <a:pt x="734161" y="291172"/>
                  </a:lnTo>
                  <a:lnTo>
                    <a:pt x="749111" y="269595"/>
                  </a:lnTo>
                  <a:lnTo>
                    <a:pt x="665416" y="269595"/>
                  </a:lnTo>
                  <a:lnTo>
                    <a:pt x="655163" y="268874"/>
                  </a:lnTo>
                  <a:lnTo>
                    <a:pt x="623381" y="243406"/>
                  </a:lnTo>
                  <a:lnTo>
                    <a:pt x="620496" y="222631"/>
                  </a:lnTo>
                  <a:lnTo>
                    <a:pt x="620496" y="106756"/>
                  </a:lnTo>
                  <a:lnTo>
                    <a:pt x="618261" y="101028"/>
                  </a:lnTo>
                  <a:lnTo>
                    <a:pt x="609269" y="91528"/>
                  </a:lnTo>
                  <a:lnTo>
                    <a:pt x="603415" y="89154"/>
                  </a:lnTo>
                  <a:close/>
                </a:path>
                <a:path w="1191260" h="316864">
                  <a:moveTo>
                    <a:pt x="742162" y="89154"/>
                  </a:moveTo>
                  <a:lnTo>
                    <a:pt x="728167" y="89154"/>
                  </a:lnTo>
                  <a:lnTo>
                    <a:pt x="722414" y="91528"/>
                  </a:lnTo>
                  <a:lnTo>
                    <a:pt x="712939" y="101028"/>
                  </a:lnTo>
                  <a:lnTo>
                    <a:pt x="710628" y="106756"/>
                  </a:lnTo>
                  <a:lnTo>
                    <a:pt x="710628" y="222631"/>
                  </a:lnTo>
                  <a:lnTo>
                    <a:pt x="709914" y="233782"/>
                  </a:lnTo>
                  <a:lnTo>
                    <a:pt x="685093" y="266712"/>
                  </a:lnTo>
                  <a:lnTo>
                    <a:pt x="665416" y="269595"/>
                  </a:lnTo>
                  <a:lnTo>
                    <a:pt x="749111" y="269595"/>
                  </a:lnTo>
                  <a:lnTo>
                    <a:pt x="752981" y="261735"/>
                  </a:lnTo>
                  <a:lnTo>
                    <a:pt x="757683" y="243406"/>
                  </a:lnTo>
                  <a:lnTo>
                    <a:pt x="759256" y="222631"/>
                  </a:lnTo>
                  <a:lnTo>
                    <a:pt x="759256" y="106756"/>
                  </a:lnTo>
                  <a:lnTo>
                    <a:pt x="757008" y="101028"/>
                  </a:lnTo>
                  <a:lnTo>
                    <a:pt x="748030" y="91528"/>
                  </a:lnTo>
                  <a:lnTo>
                    <a:pt x="742162" y="89154"/>
                  </a:lnTo>
                  <a:close/>
                </a:path>
                <a:path w="1191260" h="316864">
                  <a:moveTo>
                    <a:pt x="895756" y="83972"/>
                  </a:moveTo>
                  <a:lnTo>
                    <a:pt x="856771" y="91939"/>
                  </a:lnTo>
                  <a:lnTo>
                    <a:pt x="822664" y="115316"/>
                  </a:lnTo>
                  <a:lnTo>
                    <a:pt x="798940" y="152685"/>
                  </a:lnTo>
                  <a:lnTo>
                    <a:pt x="790587" y="202323"/>
                  </a:lnTo>
                  <a:lnTo>
                    <a:pt x="791497" y="218502"/>
                  </a:lnTo>
                  <a:lnTo>
                    <a:pt x="805141" y="261391"/>
                  </a:lnTo>
                  <a:lnTo>
                    <a:pt x="833336" y="293759"/>
                  </a:lnTo>
                  <a:lnTo>
                    <a:pt x="873586" y="312874"/>
                  </a:lnTo>
                  <a:lnTo>
                    <a:pt x="905713" y="316560"/>
                  </a:lnTo>
                  <a:lnTo>
                    <a:pt x="917300" y="315926"/>
                  </a:lnTo>
                  <a:lnTo>
                    <a:pt x="959786" y="301104"/>
                  </a:lnTo>
                  <a:lnTo>
                    <a:pt x="982560" y="283070"/>
                  </a:lnTo>
                  <a:lnTo>
                    <a:pt x="988606" y="278257"/>
                  </a:lnTo>
                  <a:lnTo>
                    <a:pt x="991641" y="272262"/>
                  </a:lnTo>
                  <a:lnTo>
                    <a:pt x="991641" y="270383"/>
                  </a:lnTo>
                  <a:lnTo>
                    <a:pt x="904532" y="270383"/>
                  </a:lnTo>
                  <a:lnTo>
                    <a:pt x="894809" y="269821"/>
                  </a:lnTo>
                  <a:lnTo>
                    <a:pt x="856351" y="250678"/>
                  </a:lnTo>
                  <a:lnTo>
                    <a:pt x="839076" y="214134"/>
                  </a:lnTo>
                  <a:lnTo>
                    <a:pt x="981710" y="214134"/>
                  </a:lnTo>
                  <a:lnTo>
                    <a:pt x="987336" y="211912"/>
                  </a:lnTo>
                  <a:lnTo>
                    <a:pt x="997178" y="202996"/>
                  </a:lnTo>
                  <a:lnTo>
                    <a:pt x="999642" y="197370"/>
                  </a:lnTo>
                  <a:lnTo>
                    <a:pt x="999642" y="190601"/>
                  </a:lnTo>
                  <a:lnTo>
                    <a:pt x="998889" y="178781"/>
                  </a:lnTo>
                  <a:lnTo>
                    <a:pt x="997499" y="170002"/>
                  </a:lnTo>
                  <a:lnTo>
                    <a:pt x="842264" y="170002"/>
                  </a:lnTo>
                  <a:lnTo>
                    <a:pt x="842886" y="168224"/>
                  </a:lnTo>
                  <a:lnTo>
                    <a:pt x="868121" y="136664"/>
                  </a:lnTo>
                  <a:lnTo>
                    <a:pt x="874953" y="134264"/>
                  </a:lnTo>
                  <a:lnTo>
                    <a:pt x="881786" y="131787"/>
                  </a:lnTo>
                  <a:lnTo>
                    <a:pt x="888720" y="130543"/>
                  </a:lnTo>
                  <a:lnTo>
                    <a:pt x="981668" y="130543"/>
                  </a:lnTo>
                  <a:lnTo>
                    <a:pt x="980413" y="128497"/>
                  </a:lnTo>
                  <a:lnTo>
                    <a:pt x="951974" y="100449"/>
                  </a:lnTo>
                  <a:lnTo>
                    <a:pt x="915350" y="85828"/>
                  </a:lnTo>
                  <a:lnTo>
                    <a:pt x="905631" y="84436"/>
                  </a:lnTo>
                  <a:lnTo>
                    <a:pt x="895756" y="83972"/>
                  </a:lnTo>
                  <a:close/>
                </a:path>
                <a:path w="1191260" h="316864">
                  <a:moveTo>
                    <a:pt x="976045" y="243128"/>
                  </a:moveTo>
                  <a:lnTo>
                    <a:pt x="964730" y="243128"/>
                  </a:lnTo>
                  <a:lnTo>
                    <a:pt x="959573" y="245021"/>
                  </a:lnTo>
                  <a:lnTo>
                    <a:pt x="954239" y="248793"/>
                  </a:lnTo>
                  <a:lnTo>
                    <a:pt x="950722" y="252577"/>
                  </a:lnTo>
                  <a:lnTo>
                    <a:pt x="946721" y="256057"/>
                  </a:lnTo>
                  <a:lnTo>
                    <a:pt x="912939" y="270383"/>
                  </a:lnTo>
                  <a:lnTo>
                    <a:pt x="991641" y="270383"/>
                  </a:lnTo>
                  <a:lnTo>
                    <a:pt x="991641" y="259118"/>
                  </a:lnTo>
                  <a:lnTo>
                    <a:pt x="989558" y="253974"/>
                  </a:lnTo>
                  <a:lnTo>
                    <a:pt x="985393" y="249669"/>
                  </a:lnTo>
                  <a:lnTo>
                    <a:pt x="981290" y="245313"/>
                  </a:lnTo>
                  <a:lnTo>
                    <a:pt x="976045" y="243128"/>
                  </a:lnTo>
                  <a:close/>
                </a:path>
                <a:path w="1191260" h="316864">
                  <a:moveTo>
                    <a:pt x="981668" y="130543"/>
                  </a:moveTo>
                  <a:lnTo>
                    <a:pt x="904341" y="130543"/>
                  </a:lnTo>
                  <a:lnTo>
                    <a:pt x="912545" y="132397"/>
                  </a:lnTo>
                  <a:lnTo>
                    <a:pt x="928166" y="139827"/>
                  </a:lnTo>
                  <a:lnTo>
                    <a:pt x="934745" y="145059"/>
                  </a:lnTo>
                  <a:lnTo>
                    <a:pt x="940079" y="151841"/>
                  </a:lnTo>
                  <a:lnTo>
                    <a:pt x="944308" y="157149"/>
                  </a:lnTo>
                  <a:lnTo>
                    <a:pt x="947153" y="163207"/>
                  </a:lnTo>
                  <a:lnTo>
                    <a:pt x="948601" y="170002"/>
                  </a:lnTo>
                  <a:lnTo>
                    <a:pt x="997499" y="170002"/>
                  </a:lnTo>
                  <a:lnTo>
                    <a:pt x="997218" y="168224"/>
                  </a:lnTo>
                  <a:lnTo>
                    <a:pt x="997108" y="167533"/>
                  </a:lnTo>
                  <a:lnTo>
                    <a:pt x="994375" y="157149"/>
                  </a:lnTo>
                  <a:lnTo>
                    <a:pt x="994298" y="156859"/>
                  </a:lnTo>
                  <a:lnTo>
                    <a:pt x="990460" y="146761"/>
                  </a:lnTo>
                  <a:lnTo>
                    <a:pt x="985805" y="137285"/>
                  </a:lnTo>
                  <a:lnTo>
                    <a:pt x="981668" y="130543"/>
                  </a:lnTo>
                  <a:close/>
                </a:path>
                <a:path w="1191260" h="316864">
                  <a:moveTo>
                    <a:pt x="1035748" y="239166"/>
                  </a:moveTo>
                  <a:lnTo>
                    <a:pt x="1030770" y="240436"/>
                  </a:lnTo>
                  <a:lnTo>
                    <a:pt x="1020089" y="247853"/>
                  </a:lnTo>
                  <a:lnTo>
                    <a:pt x="1016673" y="253161"/>
                  </a:lnTo>
                  <a:lnTo>
                    <a:pt x="1015758" y="265518"/>
                  </a:lnTo>
                  <a:lnTo>
                    <a:pt x="1017358" y="271221"/>
                  </a:lnTo>
                  <a:lnTo>
                    <a:pt x="1050037" y="302133"/>
                  </a:lnTo>
                  <a:lnTo>
                    <a:pt x="1096902" y="316078"/>
                  </a:lnTo>
                  <a:lnTo>
                    <a:pt x="1098093" y="316078"/>
                  </a:lnTo>
                  <a:lnTo>
                    <a:pt x="1108100" y="316560"/>
                  </a:lnTo>
                  <a:lnTo>
                    <a:pt x="1148041" y="308851"/>
                  </a:lnTo>
                  <a:lnTo>
                    <a:pt x="1178699" y="285711"/>
                  </a:lnTo>
                  <a:lnTo>
                    <a:pt x="1185677" y="273596"/>
                  </a:lnTo>
                  <a:lnTo>
                    <a:pt x="1111021" y="273596"/>
                  </a:lnTo>
                  <a:lnTo>
                    <a:pt x="1102153" y="273162"/>
                  </a:lnTo>
                  <a:lnTo>
                    <a:pt x="1062025" y="253356"/>
                  </a:lnTo>
                  <a:lnTo>
                    <a:pt x="1052245" y="242747"/>
                  </a:lnTo>
                  <a:lnTo>
                    <a:pt x="1047140" y="240080"/>
                  </a:lnTo>
                  <a:lnTo>
                    <a:pt x="1035748" y="239166"/>
                  </a:lnTo>
                  <a:close/>
                </a:path>
                <a:path w="1191260" h="316864">
                  <a:moveTo>
                    <a:pt x="1106055" y="83972"/>
                  </a:moveTo>
                  <a:lnTo>
                    <a:pt x="1066215" y="91973"/>
                  </a:lnTo>
                  <a:lnTo>
                    <a:pt x="1031709" y="123132"/>
                  </a:lnTo>
                  <a:lnTo>
                    <a:pt x="1025589" y="154635"/>
                  </a:lnTo>
                  <a:lnTo>
                    <a:pt x="1025810" y="158762"/>
                  </a:lnTo>
                  <a:lnTo>
                    <a:pt x="1045817" y="196862"/>
                  </a:lnTo>
                  <a:lnTo>
                    <a:pt x="1082913" y="216100"/>
                  </a:lnTo>
                  <a:lnTo>
                    <a:pt x="1111415" y="224320"/>
                  </a:lnTo>
                  <a:lnTo>
                    <a:pt x="1118781" y="226631"/>
                  </a:lnTo>
                  <a:lnTo>
                    <a:pt x="1131798" y="231711"/>
                  </a:lnTo>
                  <a:lnTo>
                    <a:pt x="1136675" y="234569"/>
                  </a:lnTo>
                  <a:lnTo>
                    <a:pt x="1139939" y="237769"/>
                  </a:lnTo>
                  <a:lnTo>
                    <a:pt x="1143254" y="240957"/>
                  </a:lnTo>
                  <a:lnTo>
                    <a:pt x="1144905" y="245122"/>
                  </a:lnTo>
                  <a:lnTo>
                    <a:pt x="1144905" y="255790"/>
                  </a:lnTo>
                  <a:lnTo>
                    <a:pt x="1111021" y="273596"/>
                  </a:lnTo>
                  <a:lnTo>
                    <a:pt x="1185677" y="273596"/>
                  </a:lnTo>
                  <a:lnTo>
                    <a:pt x="1187707" y="268841"/>
                  </a:lnTo>
                  <a:lnTo>
                    <a:pt x="1189956" y="259346"/>
                  </a:lnTo>
                  <a:lnTo>
                    <a:pt x="1190713" y="249085"/>
                  </a:lnTo>
                  <a:lnTo>
                    <a:pt x="1190526" y="245122"/>
                  </a:lnTo>
                  <a:lnTo>
                    <a:pt x="1190414" y="242747"/>
                  </a:lnTo>
                  <a:lnTo>
                    <a:pt x="1190305" y="240436"/>
                  </a:lnTo>
                  <a:lnTo>
                    <a:pt x="1171973" y="202712"/>
                  </a:lnTo>
                  <a:lnTo>
                    <a:pt x="1137153" y="184325"/>
                  </a:lnTo>
                  <a:lnTo>
                    <a:pt x="1117765" y="178689"/>
                  </a:lnTo>
                  <a:lnTo>
                    <a:pt x="1108722" y="176085"/>
                  </a:lnTo>
                  <a:lnTo>
                    <a:pt x="1074699" y="158762"/>
                  </a:lnTo>
                  <a:lnTo>
                    <a:pt x="1072756" y="144284"/>
                  </a:lnTo>
                  <a:lnTo>
                    <a:pt x="1074191" y="140055"/>
                  </a:lnTo>
                  <a:lnTo>
                    <a:pt x="1079906" y="133934"/>
                  </a:lnTo>
                  <a:lnTo>
                    <a:pt x="1083715" y="131743"/>
                  </a:lnTo>
                  <a:lnTo>
                    <a:pt x="1083555" y="131743"/>
                  </a:lnTo>
                  <a:lnTo>
                    <a:pt x="1088961" y="130162"/>
                  </a:lnTo>
                  <a:lnTo>
                    <a:pt x="1094041" y="128587"/>
                  </a:lnTo>
                  <a:lnTo>
                    <a:pt x="1099350" y="127812"/>
                  </a:lnTo>
                  <a:lnTo>
                    <a:pt x="1185739" y="127812"/>
                  </a:lnTo>
                  <a:lnTo>
                    <a:pt x="1185532" y="124460"/>
                  </a:lnTo>
                  <a:lnTo>
                    <a:pt x="1157312" y="96469"/>
                  </a:lnTo>
                  <a:lnTo>
                    <a:pt x="1118427" y="84678"/>
                  </a:lnTo>
                  <a:lnTo>
                    <a:pt x="1112172" y="84148"/>
                  </a:lnTo>
                  <a:lnTo>
                    <a:pt x="1106055" y="83972"/>
                  </a:lnTo>
                  <a:close/>
                </a:path>
                <a:path w="1191260" h="316864">
                  <a:moveTo>
                    <a:pt x="1185739" y="127812"/>
                  </a:moveTo>
                  <a:lnTo>
                    <a:pt x="1113853" y="127812"/>
                  </a:lnTo>
                  <a:lnTo>
                    <a:pt x="1122006" y="129374"/>
                  </a:lnTo>
                  <a:lnTo>
                    <a:pt x="1129284" y="132499"/>
                  </a:lnTo>
                  <a:lnTo>
                    <a:pt x="1136586" y="135559"/>
                  </a:lnTo>
                  <a:lnTo>
                    <a:pt x="1142701" y="140055"/>
                  </a:lnTo>
                  <a:lnTo>
                    <a:pt x="1147546" y="145872"/>
                  </a:lnTo>
                  <a:lnTo>
                    <a:pt x="1151521" y="149910"/>
                  </a:lnTo>
                  <a:lnTo>
                    <a:pt x="1156335" y="152158"/>
                  </a:lnTo>
                  <a:lnTo>
                    <a:pt x="1161999" y="152615"/>
                  </a:lnTo>
                  <a:lnTo>
                    <a:pt x="1167663" y="153009"/>
                  </a:lnTo>
                  <a:lnTo>
                    <a:pt x="1172870" y="151472"/>
                  </a:lnTo>
                  <a:lnTo>
                    <a:pt x="1177620" y="148031"/>
                  </a:lnTo>
                  <a:lnTo>
                    <a:pt x="1183614" y="142887"/>
                  </a:lnTo>
                  <a:lnTo>
                    <a:pt x="1186383" y="137160"/>
                  </a:lnTo>
                  <a:lnTo>
                    <a:pt x="1186267" y="135559"/>
                  </a:lnTo>
                  <a:lnTo>
                    <a:pt x="1186150" y="133934"/>
                  </a:lnTo>
                  <a:lnTo>
                    <a:pt x="1186046" y="132499"/>
                  </a:lnTo>
                  <a:lnTo>
                    <a:pt x="1185926" y="130835"/>
                  </a:lnTo>
                  <a:lnTo>
                    <a:pt x="1185835" y="129374"/>
                  </a:lnTo>
                  <a:lnTo>
                    <a:pt x="1185739" y="127812"/>
                  </a:lnTo>
                  <a:close/>
                </a:path>
              </a:pathLst>
            </a:custGeom>
            <a:solidFill>
              <a:srgbClr val="B754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0911" y="5192420"/>
              <a:ext cx="1643900" cy="2805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0807" y="5156390"/>
              <a:ext cx="1348333" cy="31656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1243330" marR="614680" indent="-808990">
              <a:lnSpc>
                <a:spcPts val="3750"/>
              </a:lnSpc>
              <a:spcBef>
                <a:spcPts val="1910"/>
              </a:spcBef>
            </a:pPr>
            <a:r>
              <a:rPr spc="130" dirty="0"/>
              <a:t>After</a:t>
            </a:r>
            <a:r>
              <a:rPr spc="-90" dirty="0"/>
              <a:t> </a:t>
            </a:r>
            <a:r>
              <a:rPr spc="204" dirty="0"/>
              <a:t>data</a:t>
            </a:r>
            <a:r>
              <a:rPr spc="-85" dirty="0"/>
              <a:t> </a:t>
            </a:r>
            <a:r>
              <a:rPr spc="80" dirty="0"/>
              <a:t>extraction,</a:t>
            </a:r>
            <a:r>
              <a:rPr spc="-85" dirty="0"/>
              <a:t> </a:t>
            </a:r>
            <a:r>
              <a:rPr dirty="0"/>
              <a:t>it’s</a:t>
            </a:r>
            <a:r>
              <a:rPr spc="-85" dirty="0"/>
              <a:t> </a:t>
            </a:r>
            <a:r>
              <a:rPr spc="90" dirty="0"/>
              <a:t>essential</a:t>
            </a:r>
            <a:r>
              <a:rPr spc="-85" dirty="0"/>
              <a:t> </a:t>
            </a:r>
            <a:r>
              <a:rPr spc="130" dirty="0"/>
              <a:t>to</a:t>
            </a:r>
            <a:r>
              <a:rPr spc="-85" dirty="0"/>
              <a:t> </a:t>
            </a:r>
            <a:r>
              <a:rPr spc="110" dirty="0"/>
              <a:t>clean </a:t>
            </a:r>
            <a:r>
              <a:rPr spc="80" dirty="0"/>
              <a:t>the</a:t>
            </a:r>
            <a:r>
              <a:rPr spc="-85" dirty="0"/>
              <a:t> </a:t>
            </a:r>
            <a:r>
              <a:rPr spc="204" dirty="0"/>
              <a:t>data</a:t>
            </a:r>
            <a:r>
              <a:rPr spc="-85" dirty="0"/>
              <a:t> </a:t>
            </a:r>
            <a:r>
              <a:rPr spc="140" dirty="0"/>
              <a:t>for</a:t>
            </a:r>
            <a:r>
              <a:rPr spc="-85" dirty="0"/>
              <a:t> </a:t>
            </a:r>
            <a:r>
              <a:rPr spc="65" dirty="0"/>
              <a:t>analysis.</a:t>
            </a:r>
            <a:r>
              <a:rPr spc="-80" dirty="0"/>
              <a:t> </a:t>
            </a:r>
            <a:r>
              <a:rPr dirty="0"/>
              <a:t>This</a:t>
            </a:r>
            <a:r>
              <a:rPr spc="-85" dirty="0"/>
              <a:t> </a:t>
            </a:r>
            <a:r>
              <a:rPr spc="60" dirty="0"/>
              <a:t>involves</a:t>
            </a:r>
          </a:p>
          <a:p>
            <a:pPr marL="875030">
              <a:lnSpc>
                <a:spcPts val="3690"/>
              </a:lnSpc>
              <a:tabLst>
                <a:tab pos="4692015" algn="l"/>
              </a:tabLst>
            </a:pPr>
            <a:r>
              <a:rPr spc="110" dirty="0"/>
              <a:t>removing</a:t>
            </a:r>
            <a:r>
              <a:rPr dirty="0"/>
              <a:t>	</a:t>
            </a:r>
            <a:r>
              <a:rPr spc="-260" dirty="0"/>
              <a:t>,</a:t>
            </a:r>
            <a:r>
              <a:rPr spc="-120" dirty="0"/>
              <a:t> </a:t>
            </a:r>
            <a:r>
              <a:rPr spc="95" dirty="0"/>
              <a:t>handling</a:t>
            </a:r>
          </a:p>
          <a:p>
            <a:pPr marL="2104390">
              <a:lnSpc>
                <a:spcPts val="3750"/>
              </a:lnSpc>
            </a:pPr>
            <a:r>
              <a:rPr spc="-260" dirty="0"/>
              <a:t>,</a:t>
            </a:r>
            <a:r>
              <a:rPr spc="-110" dirty="0"/>
              <a:t> </a:t>
            </a:r>
            <a:r>
              <a:rPr spc="175" dirty="0"/>
              <a:t>and</a:t>
            </a:r>
            <a:r>
              <a:rPr spc="-110" dirty="0"/>
              <a:t> </a:t>
            </a:r>
            <a:r>
              <a:rPr spc="130" dirty="0"/>
              <a:t>formatting</a:t>
            </a:r>
            <a:r>
              <a:rPr spc="-110" dirty="0"/>
              <a:t> </a:t>
            </a:r>
            <a:r>
              <a:rPr spc="204" dirty="0"/>
              <a:t>data</a:t>
            </a:r>
            <a:r>
              <a:rPr spc="-110" dirty="0"/>
              <a:t> </a:t>
            </a:r>
            <a:r>
              <a:rPr spc="70" dirty="0"/>
              <a:t>correctly.</a:t>
            </a:r>
          </a:p>
          <a:p>
            <a:pPr marL="529590" marR="761365" indent="51435">
              <a:lnSpc>
                <a:spcPts val="3829"/>
              </a:lnSpc>
              <a:spcBef>
                <a:spcPts val="70"/>
              </a:spcBef>
              <a:tabLst>
                <a:tab pos="6163945" algn="l"/>
              </a:tabLst>
            </a:pPr>
            <a:r>
              <a:rPr dirty="0"/>
              <a:t>E</a:t>
            </a:r>
            <a:r>
              <a:rPr spc="229" dirty="0"/>
              <a:t>  </a:t>
            </a:r>
            <a:r>
              <a:rPr spc="95" dirty="0"/>
              <a:t>ective</a:t>
            </a:r>
            <a:r>
              <a:rPr spc="-120" dirty="0"/>
              <a:t> </a:t>
            </a:r>
            <a:r>
              <a:rPr spc="204" dirty="0"/>
              <a:t>data</a:t>
            </a:r>
            <a:r>
              <a:rPr spc="-110" dirty="0"/>
              <a:t> </a:t>
            </a:r>
            <a:r>
              <a:rPr spc="114" dirty="0"/>
              <a:t>cleaning</a:t>
            </a:r>
            <a:r>
              <a:rPr spc="-114" dirty="0"/>
              <a:t> </a:t>
            </a:r>
            <a:r>
              <a:rPr spc="80" dirty="0"/>
              <a:t>ensures</a:t>
            </a:r>
            <a:r>
              <a:rPr spc="-114" dirty="0"/>
              <a:t> </a:t>
            </a:r>
            <a:r>
              <a:rPr spc="114" dirty="0"/>
              <a:t>that</a:t>
            </a:r>
            <a:r>
              <a:rPr spc="-110" dirty="0"/>
              <a:t> </a:t>
            </a:r>
            <a:r>
              <a:rPr spc="120" dirty="0"/>
              <a:t>your </a:t>
            </a:r>
            <a:r>
              <a:rPr spc="114" dirty="0"/>
              <a:t>analysis</a:t>
            </a:r>
            <a:r>
              <a:rPr spc="-100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spc="170" dirty="0"/>
              <a:t>based</a:t>
            </a:r>
            <a:r>
              <a:rPr spc="-95" dirty="0"/>
              <a:t> </a:t>
            </a:r>
            <a:r>
              <a:rPr spc="110" dirty="0"/>
              <a:t>on</a:t>
            </a:r>
            <a:r>
              <a:rPr dirty="0"/>
              <a:t>	</a:t>
            </a:r>
            <a:r>
              <a:rPr spc="150" dirty="0"/>
              <a:t>and</a:t>
            </a:r>
          </a:p>
          <a:p>
            <a:pPr marL="3317875">
              <a:lnSpc>
                <a:spcPts val="3610"/>
              </a:lnSpc>
            </a:pPr>
            <a:r>
              <a:rPr spc="65" dirty="0"/>
              <a:t>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9469" y="3343516"/>
            <a:ext cx="6164580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avoid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getting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blocked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75" dirty="0">
                <a:solidFill>
                  <a:srgbClr val="B75442"/>
                </a:solidFill>
                <a:latin typeface="Tahoma"/>
                <a:cs typeface="Tahoma"/>
              </a:rPr>
              <a:t>by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B75442"/>
                </a:solidFill>
                <a:latin typeface="Tahoma"/>
                <a:cs typeface="Tahoma"/>
              </a:rPr>
              <a:t>websites,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3970" y="3869981"/>
            <a:ext cx="1146175" cy="3252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85613" y="3762616"/>
            <a:ext cx="4387850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40785" algn="l"/>
              </a:tabLst>
            </a:pP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consider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B75442"/>
                </a:solidFill>
                <a:latin typeface="Tahoma"/>
                <a:cs typeface="Tahoma"/>
              </a:rPr>
              <a:t>using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82823" y="3883304"/>
            <a:ext cx="1910588" cy="3119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380965" y="3762616"/>
            <a:ext cx="97155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50" spc="-330" dirty="0">
                <a:solidFill>
                  <a:srgbClr val="B75442"/>
                </a:solidFill>
                <a:latin typeface="Tahoma"/>
                <a:cs typeface="Tahoma"/>
              </a:rPr>
              <a:t>.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37414" y="5127282"/>
            <a:ext cx="1735328" cy="3252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8476" y="4181716"/>
            <a:ext cx="6306820" cy="21316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85"/>
              </a:spcBef>
              <a:tabLst>
                <a:tab pos="3312160" algn="l"/>
              </a:tabLst>
            </a:pP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Rotating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your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IP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addresses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and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mimicking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di</a:t>
            </a:r>
            <a:r>
              <a:rPr sz="2750" spc="204" dirty="0">
                <a:solidFill>
                  <a:srgbClr val="B75442"/>
                </a:solidFill>
                <a:latin typeface="Tahoma"/>
                <a:cs typeface="Tahoma"/>
              </a:rPr>
              <a:t>  </a:t>
            </a:r>
            <a:r>
              <a:rPr sz="2750" spc="75" dirty="0">
                <a:solidFill>
                  <a:srgbClr val="B75442"/>
                </a:solidFill>
                <a:latin typeface="Tahoma"/>
                <a:cs typeface="Tahoma"/>
              </a:rPr>
              <a:t>erent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browsers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can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B75442"/>
                </a:solidFill>
                <a:latin typeface="Tahoma"/>
                <a:cs typeface="Tahoma"/>
              </a:rPr>
              <a:t>help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maintain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-280" dirty="0">
                <a:solidFill>
                  <a:srgbClr val="B75442"/>
                </a:solidFill>
                <a:latin typeface="Tahoma"/>
                <a:cs typeface="Tahoma"/>
              </a:rPr>
              <a:t>.</a:t>
            </a:r>
            <a:r>
              <a:rPr sz="2750" spc="-4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This</a:t>
            </a:r>
            <a:r>
              <a:rPr sz="2750" spc="-4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practice</a:t>
            </a:r>
            <a:r>
              <a:rPr sz="2750" spc="-4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B75442"/>
                </a:solidFill>
                <a:latin typeface="Tahoma"/>
                <a:cs typeface="Tahoma"/>
              </a:rPr>
              <a:t>is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crucial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for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scraping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B75442"/>
                </a:solidFill>
                <a:latin typeface="Tahoma"/>
                <a:cs typeface="Tahoma"/>
              </a:rPr>
              <a:t>multiple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pages </a:t>
            </a:r>
            <a:r>
              <a:rPr sz="2750" spc="55" dirty="0">
                <a:solidFill>
                  <a:srgbClr val="B75442"/>
                </a:solidFill>
                <a:latin typeface="Tahoma"/>
                <a:cs typeface="Tahoma"/>
              </a:rPr>
              <a:t>without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B75442"/>
                </a:solidFill>
                <a:latin typeface="Tahoma"/>
                <a:cs typeface="Tahoma"/>
              </a:rPr>
              <a:t>detection.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9234170" marR="5080" indent="-2183765">
              <a:lnSpc>
                <a:spcPts val="3300"/>
              </a:lnSpc>
              <a:spcBef>
                <a:spcPts val="775"/>
              </a:spcBef>
            </a:pPr>
            <a:r>
              <a:rPr sz="3300" spc="180" dirty="0">
                <a:solidFill>
                  <a:srgbClr val="434343"/>
                </a:solidFill>
              </a:rPr>
              <a:t>STAYING</a:t>
            </a:r>
            <a:r>
              <a:rPr sz="3300" spc="105" dirty="0">
                <a:solidFill>
                  <a:srgbClr val="434343"/>
                </a:solidFill>
              </a:rPr>
              <a:t> </a:t>
            </a:r>
            <a:r>
              <a:rPr sz="3300" spc="430" dirty="0">
                <a:solidFill>
                  <a:srgbClr val="434343"/>
                </a:solidFill>
              </a:rPr>
              <a:t>ANONYMOUS</a:t>
            </a:r>
            <a:r>
              <a:rPr sz="3300" spc="105" dirty="0">
                <a:solidFill>
                  <a:srgbClr val="434343"/>
                </a:solidFill>
              </a:rPr>
              <a:t> </a:t>
            </a:r>
            <a:r>
              <a:rPr sz="3300" spc="325" dirty="0">
                <a:solidFill>
                  <a:srgbClr val="434343"/>
                </a:solidFill>
              </a:rPr>
              <a:t>WHILE </a:t>
            </a:r>
            <a:r>
              <a:rPr sz="3300" spc="265" dirty="0">
                <a:solidFill>
                  <a:srgbClr val="434343"/>
                </a:solidFill>
              </a:rPr>
              <a:t>SCRAPING</a:t>
            </a:r>
            <a:endParaRPr sz="3300"/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65" y="2583281"/>
            <a:ext cx="8848724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2787" y="3851783"/>
            <a:ext cx="1330198" cy="2769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17199" y="4289082"/>
            <a:ext cx="954659" cy="2587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2099" y="5109083"/>
            <a:ext cx="2923933" cy="3434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917440" y="3343516"/>
            <a:ext cx="6581775" cy="296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3515" indent="225425">
              <a:lnSpc>
                <a:spcPct val="100000"/>
              </a:lnSpc>
              <a:spcBef>
                <a:spcPts val="105"/>
              </a:spcBef>
            </a:pP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Errors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can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occur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during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web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scraping </a:t>
            </a:r>
            <a:r>
              <a:rPr sz="2750" spc="114" dirty="0">
                <a:solidFill>
                  <a:srgbClr val="B75442"/>
                </a:solidFill>
                <a:latin typeface="Tahoma"/>
                <a:cs typeface="Tahoma"/>
              </a:rPr>
              <a:t>due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various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B75442"/>
                </a:solidFill>
                <a:latin typeface="Tahoma"/>
                <a:cs typeface="Tahoma"/>
              </a:rPr>
              <a:t>reasons,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such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as</a:t>
            </a:r>
            <a:endParaRPr sz="2750">
              <a:latin typeface="Tahoma"/>
              <a:cs typeface="Tahoma"/>
            </a:endParaRPr>
          </a:p>
          <a:p>
            <a:pPr marL="59690" marR="5080" indent="1190625">
              <a:lnSpc>
                <a:spcPct val="100000"/>
              </a:lnSpc>
            </a:pP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or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changes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in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website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B75442"/>
                </a:solidFill>
                <a:latin typeface="Tahoma"/>
                <a:cs typeface="Tahoma"/>
              </a:rPr>
              <a:t>structure. </a:t>
            </a:r>
            <a:r>
              <a:rPr sz="2750" spc="65" dirty="0">
                <a:solidFill>
                  <a:srgbClr val="B75442"/>
                </a:solidFill>
                <a:latin typeface="Tahoma"/>
                <a:cs typeface="Tahoma"/>
              </a:rPr>
              <a:t>Implementing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error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handling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B75442"/>
                </a:solidFill>
                <a:latin typeface="Tahoma"/>
                <a:cs typeface="Tahoma"/>
              </a:rPr>
              <a:t>strategies,</a:t>
            </a:r>
            <a:endParaRPr sz="2750">
              <a:latin typeface="Tahoma"/>
              <a:cs typeface="Tahoma"/>
            </a:endParaRPr>
          </a:p>
          <a:p>
            <a:pPr marL="46990" algn="ctr">
              <a:lnSpc>
                <a:spcPct val="100000"/>
              </a:lnSpc>
              <a:tabLst>
                <a:tab pos="3735704" algn="l"/>
              </a:tabLst>
            </a:pPr>
            <a:r>
              <a:rPr sz="2750" spc="-20" dirty="0">
                <a:solidFill>
                  <a:srgbClr val="B75442"/>
                </a:solidFill>
                <a:latin typeface="Tahoma"/>
                <a:cs typeface="Tahoma"/>
              </a:rPr>
              <a:t>like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	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logging</a:t>
            </a:r>
            <a:endParaRPr sz="2750">
              <a:latin typeface="Tahoma"/>
              <a:cs typeface="Tahoma"/>
            </a:endParaRPr>
          </a:p>
          <a:p>
            <a:pPr marL="230504" marR="175895" algn="ctr">
              <a:lnSpc>
                <a:spcPts val="3379"/>
              </a:lnSpc>
              <a:spcBef>
                <a:spcPts val="15"/>
              </a:spcBef>
            </a:pPr>
            <a:r>
              <a:rPr sz="2750" spc="50" dirty="0">
                <a:solidFill>
                  <a:srgbClr val="B75442"/>
                </a:solidFill>
                <a:latin typeface="Tahoma"/>
                <a:cs typeface="Tahoma"/>
              </a:rPr>
              <a:t>errors,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can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improve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the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robustness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60" dirty="0">
                <a:solidFill>
                  <a:srgbClr val="B75442"/>
                </a:solidFill>
                <a:latin typeface="Tahoma"/>
                <a:cs typeface="Tahoma"/>
              </a:rPr>
              <a:t>of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your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scraping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35" dirty="0">
                <a:solidFill>
                  <a:srgbClr val="B75442"/>
                </a:solidFill>
                <a:latin typeface="Tahoma"/>
                <a:cs typeface="Tahoma"/>
              </a:rPr>
              <a:t>scripts.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9057005" marR="5080" indent="-739140">
              <a:lnSpc>
                <a:spcPts val="3300"/>
              </a:lnSpc>
              <a:spcBef>
                <a:spcPts val="775"/>
              </a:spcBef>
            </a:pPr>
            <a:r>
              <a:rPr sz="3300" spc="295" dirty="0">
                <a:solidFill>
                  <a:srgbClr val="434343"/>
                </a:solidFill>
              </a:rPr>
              <a:t>ERROR</a:t>
            </a:r>
            <a:r>
              <a:rPr sz="3300" spc="95" dirty="0">
                <a:solidFill>
                  <a:srgbClr val="434343"/>
                </a:solidFill>
              </a:rPr>
              <a:t> </a:t>
            </a:r>
            <a:r>
              <a:rPr sz="3300" spc="370" dirty="0">
                <a:solidFill>
                  <a:srgbClr val="434343"/>
                </a:solidFill>
              </a:rPr>
              <a:t>HANDLING </a:t>
            </a:r>
            <a:r>
              <a:rPr sz="3300" spc="150" dirty="0">
                <a:solidFill>
                  <a:srgbClr val="434343"/>
                </a:solidFill>
              </a:rPr>
              <a:t>STRATEGIES</a:t>
            </a:r>
            <a:endParaRPr sz="3300"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4465" y="2583281"/>
            <a:ext cx="8848724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1836" y="3851783"/>
            <a:ext cx="3042666" cy="34345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327549" y="4302404"/>
            <a:ext cx="946785" cy="245745"/>
          </a:xfrm>
          <a:custGeom>
            <a:avLst/>
            <a:gdLst/>
            <a:ahLst/>
            <a:cxnLst/>
            <a:rect l="l" t="t" r="r" b="b"/>
            <a:pathLst>
              <a:path w="946784" h="245745">
                <a:moveTo>
                  <a:pt x="77825" y="87998"/>
                </a:moveTo>
                <a:lnTo>
                  <a:pt x="35280" y="87998"/>
                </a:lnTo>
                <a:lnTo>
                  <a:pt x="35400" y="194538"/>
                </a:lnTo>
                <a:lnTo>
                  <a:pt x="35520" y="197446"/>
                </a:lnTo>
                <a:lnTo>
                  <a:pt x="35633" y="200160"/>
                </a:lnTo>
                <a:lnTo>
                  <a:pt x="36690" y="207768"/>
                </a:lnTo>
                <a:lnTo>
                  <a:pt x="38395" y="214249"/>
                </a:lnTo>
                <a:lnTo>
                  <a:pt x="38452" y="214467"/>
                </a:lnTo>
                <a:lnTo>
                  <a:pt x="66522" y="240677"/>
                </a:lnTo>
                <a:lnTo>
                  <a:pt x="81788" y="241960"/>
                </a:lnTo>
                <a:lnTo>
                  <a:pt x="92671" y="241960"/>
                </a:lnTo>
                <a:lnTo>
                  <a:pt x="99707" y="239991"/>
                </a:lnTo>
                <a:lnTo>
                  <a:pt x="113030" y="232079"/>
                </a:lnTo>
                <a:lnTo>
                  <a:pt x="116357" y="226606"/>
                </a:lnTo>
                <a:lnTo>
                  <a:pt x="116357" y="214249"/>
                </a:lnTo>
                <a:lnTo>
                  <a:pt x="114681" y="209727"/>
                </a:lnTo>
                <a:lnTo>
                  <a:pt x="111315" y="206082"/>
                </a:lnTo>
                <a:lnTo>
                  <a:pt x="108499" y="202920"/>
                </a:lnTo>
                <a:lnTo>
                  <a:pt x="85750" y="202920"/>
                </a:lnTo>
                <a:lnTo>
                  <a:pt x="84175" y="202628"/>
                </a:lnTo>
                <a:lnTo>
                  <a:pt x="77825" y="194538"/>
                </a:lnTo>
                <a:lnTo>
                  <a:pt x="77825" y="87998"/>
                </a:lnTo>
                <a:close/>
              </a:path>
              <a:path w="946784" h="245745">
                <a:moveTo>
                  <a:pt x="104114" y="200533"/>
                </a:moveTo>
                <a:lnTo>
                  <a:pt x="96189" y="200533"/>
                </a:lnTo>
                <a:lnTo>
                  <a:pt x="93611" y="200926"/>
                </a:lnTo>
                <a:lnTo>
                  <a:pt x="89881" y="202628"/>
                </a:lnTo>
                <a:lnTo>
                  <a:pt x="89713" y="202628"/>
                </a:lnTo>
                <a:lnTo>
                  <a:pt x="88646" y="202920"/>
                </a:lnTo>
                <a:lnTo>
                  <a:pt x="108499" y="202920"/>
                </a:lnTo>
                <a:lnTo>
                  <a:pt x="108013" y="202374"/>
                </a:lnTo>
                <a:lnTo>
                  <a:pt x="104114" y="200533"/>
                </a:lnTo>
                <a:close/>
              </a:path>
              <a:path w="946784" h="245745">
                <a:moveTo>
                  <a:pt x="108191" y="47586"/>
                </a:moveTo>
                <a:lnTo>
                  <a:pt x="14744" y="47586"/>
                </a:lnTo>
                <a:lnTo>
                  <a:pt x="9927" y="49618"/>
                </a:lnTo>
                <a:lnTo>
                  <a:pt x="1981" y="57226"/>
                </a:lnTo>
                <a:lnTo>
                  <a:pt x="0" y="61887"/>
                </a:lnTo>
                <a:lnTo>
                  <a:pt x="0" y="73164"/>
                </a:lnTo>
                <a:lnTo>
                  <a:pt x="1981" y="78041"/>
                </a:lnTo>
                <a:lnTo>
                  <a:pt x="10090" y="86067"/>
                </a:lnTo>
                <a:lnTo>
                  <a:pt x="14693" y="87998"/>
                </a:lnTo>
                <a:lnTo>
                  <a:pt x="108127" y="87998"/>
                </a:lnTo>
                <a:lnTo>
                  <a:pt x="112915" y="86067"/>
                </a:lnTo>
                <a:lnTo>
                  <a:pt x="120662" y="78320"/>
                </a:lnTo>
                <a:lnTo>
                  <a:pt x="122593" y="73507"/>
                </a:lnTo>
                <a:lnTo>
                  <a:pt x="122593" y="62344"/>
                </a:lnTo>
                <a:lnTo>
                  <a:pt x="120662" y="57645"/>
                </a:lnTo>
                <a:lnTo>
                  <a:pt x="116789" y="53657"/>
                </a:lnTo>
                <a:lnTo>
                  <a:pt x="112979" y="49618"/>
                </a:lnTo>
                <a:lnTo>
                  <a:pt x="108191" y="47586"/>
                </a:lnTo>
                <a:close/>
              </a:path>
              <a:path w="946784" h="245745">
                <a:moveTo>
                  <a:pt x="62928" y="0"/>
                </a:moveTo>
                <a:lnTo>
                  <a:pt x="51028" y="0"/>
                </a:lnTo>
                <a:lnTo>
                  <a:pt x="45894" y="2082"/>
                </a:lnTo>
                <a:lnTo>
                  <a:pt x="37414" y="10121"/>
                </a:lnTo>
                <a:lnTo>
                  <a:pt x="35280" y="15151"/>
                </a:lnTo>
                <a:lnTo>
                  <a:pt x="35280" y="47586"/>
                </a:lnTo>
                <a:lnTo>
                  <a:pt x="77825" y="47586"/>
                </a:lnTo>
                <a:lnTo>
                  <a:pt x="77754" y="15151"/>
                </a:lnTo>
                <a:lnTo>
                  <a:pt x="75831" y="10350"/>
                </a:lnTo>
                <a:lnTo>
                  <a:pt x="71843" y="6248"/>
                </a:lnTo>
                <a:lnTo>
                  <a:pt x="67919" y="2082"/>
                </a:lnTo>
                <a:lnTo>
                  <a:pt x="62928" y="0"/>
                </a:lnTo>
                <a:close/>
              </a:path>
              <a:path w="946784" h="245745">
                <a:moveTo>
                  <a:pt x="227355" y="41960"/>
                </a:moveTo>
                <a:lnTo>
                  <a:pt x="182499" y="54343"/>
                </a:lnTo>
                <a:lnTo>
                  <a:pt x="148323" y="89877"/>
                </a:lnTo>
                <a:lnTo>
                  <a:pt x="136143" y="129882"/>
                </a:lnTo>
                <a:lnTo>
                  <a:pt x="135331" y="145503"/>
                </a:lnTo>
                <a:lnTo>
                  <a:pt x="136128" y="159657"/>
                </a:lnTo>
                <a:lnTo>
                  <a:pt x="148069" y="197192"/>
                </a:lnTo>
                <a:lnTo>
                  <a:pt x="183438" y="232562"/>
                </a:lnTo>
                <a:lnTo>
                  <a:pt x="221568" y="244658"/>
                </a:lnTo>
                <a:lnTo>
                  <a:pt x="236067" y="245465"/>
                </a:lnTo>
                <a:lnTo>
                  <a:pt x="246209" y="244910"/>
                </a:lnTo>
                <a:lnTo>
                  <a:pt x="283383" y="231941"/>
                </a:lnTo>
                <a:lnTo>
                  <a:pt x="303314" y="216154"/>
                </a:lnTo>
                <a:lnTo>
                  <a:pt x="308597" y="211950"/>
                </a:lnTo>
                <a:lnTo>
                  <a:pt x="311251" y="206705"/>
                </a:lnTo>
                <a:lnTo>
                  <a:pt x="311251" y="205054"/>
                </a:lnTo>
                <a:lnTo>
                  <a:pt x="235038" y="205054"/>
                </a:lnTo>
                <a:lnTo>
                  <a:pt x="226527" y="204563"/>
                </a:lnTo>
                <a:lnTo>
                  <a:pt x="188151" y="182057"/>
                </a:lnTo>
                <a:lnTo>
                  <a:pt x="177761" y="155841"/>
                </a:lnTo>
                <a:lnTo>
                  <a:pt x="302564" y="155841"/>
                </a:lnTo>
                <a:lnTo>
                  <a:pt x="307492" y="153898"/>
                </a:lnTo>
                <a:lnTo>
                  <a:pt x="316090" y="146100"/>
                </a:lnTo>
                <a:lnTo>
                  <a:pt x="318262" y="141173"/>
                </a:lnTo>
                <a:lnTo>
                  <a:pt x="318262" y="135255"/>
                </a:lnTo>
                <a:lnTo>
                  <a:pt x="317597" y="124913"/>
                </a:lnTo>
                <a:lnTo>
                  <a:pt x="316379" y="117221"/>
                </a:lnTo>
                <a:lnTo>
                  <a:pt x="180555" y="117221"/>
                </a:lnTo>
                <a:lnTo>
                  <a:pt x="181102" y="115671"/>
                </a:lnTo>
                <a:lnTo>
                  <a:pt x="215138" y="83794"/>
                </a:lnTo>
                <a:lnTo>
                  <a:pt x="221195" y="82715"/>
                </a:lnTo>
                <a:lnTo>
                  <a:pt x="302537" y="82715"/>
                </a:lnTo>
                <a:lnTo>
                  <a:pt x="301432" y="80916"/>
                </a:lnTo>
                <a:lnTo>
                  <a:pt x="269061" y="52031"/>
                </a:lnTo>
                <a:lnTo>
                  <a:pt x="236001" y="42365"/>
                </a:lnTo>
                <a:lnTo>
                  <a:pt x="227355" y="41960"/>
                </a:lnTo>
                <a:close/>
              </a:path>
              <a:path w="946784" h="245745">
                <a:moveTo>
                  <a:pt x="297611" y="181216"/>
                </a:moveTo>
                <a:lnTo>
                  <a:pt x="287705" y="181216"/>
                </a:lnTo>
                <a:lnTo>
                  <a:pt x="283197" y="182867"/>
                </a:lnTo>
                <a:lnTo>
                  <a:pt x="278523" y="186169"/>
                </a:lnTo>
                <a:lnTo>
                  <a:pt x="275450" y="189471"/>
                </a:lnTo>
                <a:lnTo>
                  <a:pt x="271945" y="192519"/>
                </a:lnTo>
                <a:lnTo>
                  <a:pt x="242392" y="205054"/>
                </a:lnTo>
                <a:lnTo>
                  <a:pt x="311251" y="205054"/>
                </a:lnTo>
                <a:lnTo>
                  <a:pt x="311251" y="195199"/>
                </a:lnTo>
                <a:lnTo>
                  <a:pt x="309435" y="190703"/>
                </a:lnTo>
                <a:lnTo>
                  <a:pt x="305790" y="186944"/>
                </a:lnTo>
                <a:lnTo>
                  <a:pt x="302196" y="183121"/>
                </a:lnTo>
                <a:lnTo>
                  <a:pt x="297611" y="181216"/>
                </a:lnTo>
                <a:close/>
              </a:path>
              <a:path w="946784" h="245745">
                <a:moveTo>
                  <a:pt x="302537" y="82715"/>
                </a:moveTo>
                <a:lnTo>
                  <a:pt x="234873" y="82715"/>
                </a:lnTo>
                <a:lnTo>
                  <a:pt x="242049" y="84328"/>
                </a:lnTo>
                <a:lnTo>
                  <a:pt x="255714" y="90830"/>
                </a:lnTo>
                <a:lnTo>
                  <a:pt x="261467" y="95415"/>
                </a:lnTo>
                <a:lnTo>
                  <a:pt x="266141" y="101333"/>
                </a:lnTo>
                <a:lnTo>
                  <a:pt x="269849" y="105981"/>
                </a:lnTo>
                <a:lnTo>
                  <a:pt x="272338" y="111290"/>
                </a:lnTo>
                <a:lnTo>
                  <a:pt x="273596" y="117221"/>
                </a:lnTo>
                <a:lnTo>
                  <a:pt x="316379" y="117221"/>
                </a:lnTo>
                <a:lnTo>
                  <a:pt x="316134" y="115671"/>
                </a:lnTo>
                <a:lnTo>
                  <a:pt x="316039" y="115071"/>
                </a:lnTo>
                <a:lnTo>
                  <a:pt x="313652" y="105981"/>
                </a:lnTo>
                <a:lnTo>
                  <a:pt x="313586" y="105729"/>
                </a:lnTo>
                <a:lnTo>
                  <a:pt x="310235" y="96888"/>
                </a:lnTo>
                <a:lnTo>
                  <a:pt x="306153" y="88604"/>
                </a:lnTo>
                <a:lnTo>
                  <a:pt x="302537" y="82715"/>
                </a:lnTo>
                <a:close/>
              </a:path>
              <a:path w="946784" h="245745">
                <a:moveTo>
                  <a:pt x="373253" y="46482"/>
                </a:moveTo>
                <a:lnTo>
                  <a:pt x="360946" y="46482"/>
                </a:lnTo>
                <a:lnTo>
                  <a:pt x="355904" y="48564"/>
                </a:lnTo>
                <a:lnTo>
                  <a:pt x="351802" y="52717"/>
                </a:lnTo>
                <a:lnTo>
                  <a:pt x="347700" y="56819"/>
                </a:lnTo>
                <a:lnTo>
                  <a:pt x="345712" y="61696"/>
                </a:lnTo>
                <a:lnTo>
                  <a:pt x="345655" y="226275"/>
                </a:lnTo>
                <a:lnTo>
                  <a:pt x="347675" y="231368"/>
                </a:lnTo>
                <a:lnTo>
                  <a:pt x="351713" y="235635"/>
                </a:lnTo>
                <a:lnTo>
                  <a:pt x="355815" y="239852"/>
                </a:lnTo>
                <a:lnTo>
                  <a:pt x="360895" y="241960"/>
                </a:lnTo>
                <a:lnTo>
                  <a:pt x="372960" y="241960"/>
                </a:lnTo>
                <a:lnTo>
                  <a:pt x="378002" y="239852"/>
                </a:lnTo>
                <a:lnTo>
                  <a:pt x="386156" y="231368"/>
                </a:lnTo>
                <a:lnTo>
                  <a:pt x="388200" y="226275"/>
                </a:lnTo>
                <a:lnTo>
                  <a:pt x="388200" y="127825"/>
                </a:lnTo>
                <a:lnTo>
                  <a:pt x="389483" y="120789"/>
                </a:lnTo>
                <a:lnTo>
                  <a:pt x="411099" y="87541"/>
                </a:lnTo>
                <a:lnTo>
                  <a:pt x="425335" y="81000"/>
                </a:lnTo>
                <a:lnTo>
                  <a:pt x="461151" y="81000"/>
                </a:lnTo>
                <a:lnTo>
                  <a:pt x="467004" y="75679"/>
                </a:lnTo>
                <a:lnTo>
                  <a:pt x="469023" y="70294"/>
                </a:lnTo>
                <a:lnTo>
                  <a:pt x="469023" y="66865"/>
                </a:lnTo>
                <a:lnTo>
                  <a:pt x="388188" y="66865"/>
                </a:lnTo>
                <a:lnTo>
                  <a:pt x="388066" y="63360"/>
                </a:lnTo>
                <a:lnTo>
                  <a:pt x="387997" y="61379"/>
                </a:lnTo>
                <a:lnTo>
                  <a:pt x="386105" y="56819"/>
                </a:lnTo>
                <a:lnTo>
                  <a:pt x="386041" y="56667"/>
                </a:lnTo>
                <a:lnTo>
                  <a:pt x="378383" y="48564"/>
                </a:lnTo>
                <a:lnTo>
                  <a:pt x="373253" y="46482"/>
                </a:lnTo>
                <a:close/>
              </a:path>
              <a:path w="946784" h="245745">
                <a:moveTo>
                  <a:pt x="461151" y="81000"/>
                </a:moveTo>
                <a:lnTo>
                  <a:pt x="433031" y="81000"/>
                </a:lnTo>
                <a:lnTo>
                  <a:pt x="435991" y="81648"/>
                </a:lnTo>
                <a:lnTo>
                  <a:pt x="438898" y="83019"/>
                </a:lnTo>
                <a:lnTo>
                  <a:pt x="441566" y="84213"/>
                </a:lnTo>
                <a:lnTo>
                  <a:pt x="445046" y="84848"/>
                </a:lnTo>
                <a:lnTo>
                  <a:pt x="454329" y="84848"/>
                </a:lnTo>
                <a:lnTo>
                  <a:pt x="458914" y="83019"/>
                </a:lnTo>
                <a:lnTo>
                  <a:pt x="461151" y="81000"/>
                </a:lnTo>
                <a:close/>
              </a:path>
              <a:path w="946784" h="245745">
                <a:moveTo>
                  <a:pt x="447459" y="41960"/>
                </a:moveTo>
                <a:lnTo>
                  <a:pt x="441083" y="41960"/>
                </a:lnTo>
                <a:lnTo>
                  <a:pt x="434008" y="42291"/>
                </a:lnTo>
                <a:lnTo>
                  <a:pt x="397904" y="57365"/>
                </a:lnTo>
                <a:lnTo>
                  <a:pt x="388188" y="66865"/>
                </a:lnTo>
                <a:lnTo>
                  <a:pt x="469023" y="66865"/>
                </a:lnTo>
                <a:lnTo>
                  <a:pt x="469023" y="55930"/>
                </a:lnTo>
                <a:lnTo>
                  <a:pt x="465950" y="50584"/>
                </a:lnTo>
                <a:lnTo>
                  <a:pt x="459963" y="47256"/>
                </a:lnTo>
                <a:lnTo>
                  <a:pt x="453707" y="43688"/>
                </a:lnTo>
                <a:lnTo>
                  <a:pt x="447459" y="41960"/>
                </a:lnTo>
                <a:close/>
              </a:path>
              <a:path w="946784" h="245745">
                <a:moveTo>
                  <a:pt x="513831" y="46591"/>
                </a:moveTo>
                <a:lnTo>
                  <a:pt x="500991" y="46591"/>
                </a:lnTo>
                <a:lnTo>
                  <a:pt x="496214" y="48564"/>
                </a:lnTo>
                <a:lnTo>
                  <a:pt x="492112" y="52717"/>
                </a:lnTo>
                <a:lnTo>
                  <a:pt x="488010" y="56819"/>
                </a:lnTo>
                <a:lnTo>
                  <a:pt x="486229" y="61189"/>
                </a:lnTo>
                <a:lnTo>
                  <a:pt x="485965" y="61951"/>
                </a:lnTo>
                <a:lnTo>
                  <a:pt x="485965" y="226275"/>
                </a:lnTo>
                <a:lnTo>
                  <a:pt x="487984" y="231368"/>
                </a:lnTo>
                <a:lnTo>
                  <a:pt x="492023" y="235635"/>
                </a:lnTo>
                <a:lnTo>
                  <a:pt x="496125" y="239852"/>
                </a:lnTo>
                <a:lnTo>
                  <a:pt x="501192" y="241960"/>
                </a:lnTo>
                <a:lnTo>
                  <a:pt x="513270" y="241960"/>
                </a:lnTo>
                <a:lnTo>
                  <a:pt x="518312" y="239852"/>
                </a:lnTo>
                <a:lnTo>
                  <a:pt x="526453" y="231368"/>
                </a:lnTo>
                <a:lnTo>
                  <a:pt x="528510" y="226275"/>
                </a:lnTo>
                <a:lnTo>
                  <a:pt x="528510" y="117030"/>
                </a:lnTo>
                <a:lnTo>
                  <a:pt x="530479" y="110299"/>
                </a:lnTo>
                <a:lnTo>
                  <a:pt x="564248" y="84162"/>
                </a:lnTo>
                <a:lnTo>
                  <a:pt x="762723" y="84162"/>
                </a:lnTo>
                <a:lnTo>
                  <a:pt x="759230" y="75970"/>
                </a:lnTo>
                <a:lnTo>
                  <a:pt x="758510" y="74803"/>
                </a:lnTo>
                <a:lnTo>
                  <a:pt x="636803" y="74803"/>
                </a:lnTo>
                <a:lnTo>
                  <a:pt x="632891" y="67538"/>
                </a:lnTo>
                <a:lnTo>
                  <a:pt x="630453" y="64477"/>
                </a:lnTo>
                <a:lnTo>
                  <a:pt x="528294" y="64477"/>
                </a:lnTo>
                <a:lnTo>
                  <a:pt x="527685" y="59994"/>
                </a:lnTo>
                <a:lnTo>
                  <a:pt x="525792" y="56083"/>
                </a:lnTo>
                <a:lnTo>
                  <a:pt x="518680" y="48564"/>
                </a:lnTo>
                <a:lnTo>
                  <a:pt x="513831" y="46591"/>
                </a:lnTo>
                <a:close/>
              </a:path>
              <a:path w="946784" h="245745">
                <a:moveTo>
                  <a:pt x="684403" y="84162"/>
                </a:moveTo>
                <a:lnTo>
                  <a:pt x="580999" y="84162"/>
                </a:lnTo>
                <a:lnTo>
                  <a:pt x="587603" y="85864"/>
                </a:lnTo>
                <a:lnTo>
                  <a:pt x="592162" y="89293"/>
                </a:lnTo>
                <a:lnTo>
                  <a:pt x="596818" y="92710"/>
                </a:lnTo>
                <a:lnTo>
                  <a:pt x="600113" y="97345"/>
                </a:lnTo>
                <a:lnTo>
                  <a:pt x="602157" y="103378"/>
                </a:lnTo>
                <a:lnTo>
                  <a:pt x="604266" y="109359"/>
                </a:lnTo>
                <a:lnTo>
                  <a:pt x="605320" y="116395"/>
                </a:lnTo>
                <a:lnTo>
                  <a:pt x="605320" y="226275"/>
                </a:lnTo>
                <a:lnTo>
                  <a:pt x="607339" y="231368"/>
                </a:lnTo>
                <a:lnTo>
                  <a:pt x="611378" y="235635"/>
                </a:lnTo>
                <a:lnTo>
                  <a:pt x="615480" y="239852"/>
                </a:lnTo>
                <a:lnTo>
                  <a:pt x="620547" y="241960"/>
                </a:lnTo>
                <a:lnTo>
                  <a:pt x="632853" y="241960"/>
                </a:lnTo>
                <a:lnTo>
                  <a:pt x="637898" y="239852"/>
                </a:lnTo>
                <a:lnTo>
                  <a:pt x="645788" y="231368"/>
                </a:lnTo>
                <a:lnTo>
                  <a:pt x="647840" y="226275"/>
                </a:lnTo>
                <a:lnTo>
                  <a:pt x="647865" y="117817"/>
                </a:lnTo>
                <a:lnTo>
                  <a:pt x="649833" y="110871"/>
                </a:lnTo>
                <a:lnTo>
                  <a:pt x="653757" y="104673"/>
                </a:lnTo>
                <a:lnTo>
                  <a:pt x="657694" y="98399"/>
                </a:lnTo>
                <a:lnTo>
                  <a:pt x="663067" y="93421"/>
                </a:lnTo>
                <a:lnTo>
                  <a:pt x="676795" y="86017"/>
                </a:lnTo>
                <a:lnTo>
                  <a:pt x="684403" y="84162"/>
                </a:lnTo>
                <a:close/>
              </a:path>
              <a:path w="946784" h="245745">
                <a:moveTo>
                  <a:pt x="762723" y="84162"/>
                </a:moveTo>
                <a:lnTo>
                  <a:pt x="701433" y="84162"/>
                </a:lnTo>
                <a:lnTo>
                  <a:pt x="708126" y="85864"/>
                </a:lnTo>
                <a:lnTo>
                  <a:pt x="712800" y="89293"/>
                </a:lnTo>
                <a:lnTo>
                  <a:pt x="717524" y="92710"/>
                </a:lnTo>
                <a:lnTo>
                  <a:pt x="721029" y="97548"/>
                </a:lnTo>
                <a:lnTo>
                  <a:pt x="723319" y="103854"/>
                </a:lnTo>
                <a:lnTo>
                  <a:pt x="725589" y="110020"/>
                </a:lnTo>
                <a:lnTo>
                  <a:pt x="726584" y="116395"/>
                </a:lnTo>
                <a:lnTo>
                  <a:pt x="726683" y="117030"/>
                </a:lnTo>
                <a:lnTo>
                  <a:pt x="726744" y="226275"/>
                </a:lnTo>
                <a:lnTo>
                  <a:pt x="728769" y="231368"/>
                </a:lnTo>
                <a:lnTo>
                  <a:pt x="732694" y="235635"/>
                </a:lnTo>
                <a:lnTo>
                  <a:pt x="736610" y="239852"/>
                </a:lnTo>
                <a:lnTo>
                  <a:pt x="741667" y="241960"/>
                </a:lnTo>
                <a:lnTo>
                  <a:pt x="754037" y="241960"/>
                </a:lnTo>
                <a:lnTo>
                  <a:pt x="759079" y="239852"/>
                </a:lnTo>
                <a:lnTo>
                  <a:pt x="767219" y="231368"/>
                </a:lnTo>
                <a:lnTo>
                  <a:pt x="769264" y="226275"/>
                </a:lnTo>
                <a:lnTo>
                  <a:pt x="769264" y="124828"/>
                </a:lnTo>
                <a:lnTo>
                  <a:pt x="769005" y="117817"/>
                </a:lnTo>
                <a:lnTo>
                  <a:pt x="768953" y="116395"/>
                </a:lnTo>
                <a:lnTo>
                  <a:pt x="762939" y="84670"/>
                </a:lnTo>
                <a:lnTo>
                  <a:pt x="762723" y="84162"/>
                </a:lnTo>
                <a:close/>
              </a:path>
              <a:path w="946784" h="245745">
                <a:moveTo>
                  <a:pt x="700747" y="43751"/>
                </a:moveTo>
                <a:lnTo>
                  <a:pt x="663280" y="53708"/>
                </a:lnTo>
                <a:lnTo>
                  <a:pt x="636803" y="74803"/>
                </a:lnTo>
                <a:lnTo>
                  <a:pt x="758510" y="74803"/>
                </a:lnTo>
                <a:lnTo>
                  <a:pt x="723644" y="46591"/>
                </a:lnTo>
                <a:lnTo>
                  <a:pt x="700747" y="43751"/>
                </a:lnTo>
                <a:close/>
              </a:path>
              <a:path w="946784" h="245745">
                <a:moveTo>
                  <a:pt x="579691" y="43751"/>
                </a:moveTo>
                <a:lnTo>
                  <a:pt x="570752" y="44156"/>
                </a:lnTo>
                <a:lnTo>
                  <a:pt x="572105" y="44156"/>
                </a:lnTo>
                <a:lnTo>
                  <a:pt x="566021" y="45010"/>
                </a:lnTo>
                <a:lnTo>
                  <a:pt x="530898" y="62204"/>
                </a:lnTo>
                <a:lnTo>
                  <a:pt x="528294" y="64477"/>
                </a:lnTo>
                <a:lnTo>
                  <a:pt x="630453" y="64477"/>
                </a:lnTo>
                <a:lnTo>
                  <a:pt x="592259" y="44606"/>
                </a:lnTo>
                <a:lnTo>
                  <a:pt x="579691" y="43751"/>
                </a:lnTo>
                <a:close/>
              </a:path>
              <a:path w="946784" h="245745">
                <a:moveTo>
                  <a:pt x="810653" y="177736"/>
                </a:moveTo>
                <a:lnTo>
                  <a:pt x="806297" y="178854"/>
                </a:lnTo>
                <a:lnTo>
                  <a:pt x="796950" y="185343"/>
                </a:lnTo>
                <a:lnTo>
                  <a:pt x="793965" y="189992"/>
                </a:lnTo>
                <a:lnTo>
                  <a:pt x="793165" y="200812"/>
                </a:lnTo>
                <a:lnTo>
                  <a:pt x="794562" y="205790"/>
                </a:lnTo>
                <a:lnTo>
                  <a:pt x="823160" y="232838"/>
                </a:lnTo>
                <a:lnTo>
                  <a:pt x="864166" y="245044"/>
                </a:lnTo>
                <a:lnTo>
                  <a:pt x="865219" y="245044"/>
                </a:lnTo>
                <a:lnTo>
                  <a:pt x="873963" y="245465"/>
                </a:lnTo>
                <a:lnTo>
                  <a:pt x="916730" y="234921"/>
                </a:lnTo>
                <a:lnTo>
                  <a:pt x="941832" y="207873"/>
                </a:lnTo>
                <a:lnTo>
                  <a:pt x="876528" y="207873"/>
                </a:lnTo>
                <a:lnTo>
                  <a:pt x="868762" y="207494"/>
                </a:lnTo>
                <a:lnTo>
                  <a:pt x="833642" y="190160"/>
                </a:lnTo>
                <a:lnTo>
                  <a:pt x="825093" y="180873"/>
                </a:lnTo>
                <a:lnTo>
                  <a:pt x="820623" y="178536"/>
                </a:lnTo>
                <a:lnTo>
                  <a:pt x="810653" y="177736"/>
                </a:lnTo>
                <a:close/>
              </a:path>
              <a:path w="946784" h="245745">
                <a:moveTo>
                  <a:pt x="879233" y="41960"/>
                </a:moveTo>
                <a:lnTo>
                  <a:pt x="872159" y="41960"/>
                </a:lnTo>
                <a:lnTo>
                  <a:pt x="862967" y="42396"/>
                </a:lnTo>
                <a:lnTo>
                  <a:pt x="822806" y="57548"/>
                </a:lnTo>
                <a:lnTo>
                  <a:pt x="802212" y="91894"/>
                </a:lnTo>
                <a:lnTo>
                  <a:pt x="801766" y="103784"/>
                </a:lnTo>
                <a:lnTo>
                  <a:pt x="801960" y="107403"/>
                </a:lnTo>
                <a:lnTo>
                  <a:pt x="830897" y="148945"/>
                </a:lnTo>
                <a:lnTo>
                  <a:pt x="869696" y="162928"/>
                </a:lnTo>
                <a:lnTo>
                  <a:pt x="876858" y="164757"/>
                </a:lnTo>
                <a:lnTo>
                  <a:pt x="883297" y="166776"/>
                </a:lnTo>
                <a:lnTo>
                  <a:pt x="894689" y="171221"/>
                </a:lnTo>
                <a:lnTo>
                  <a:pt x="898969" y="173723"/>
                </a:lnTo>
                <a:lnTo>
                  <a:pt x="901814" y="176517"/>
                </a:lnTo>
                <a:lnTo>
                  <a:pt x="904722" y="179311"/>
                </a:lnTo>
                <a:lnTo>
                  <a:pt x="906170" y="182956"/>
                </a:lnTo>
                <a:lnTo>
                  <a:pt x="906170" y="192303"/>
                </a:lnTo>
                <a:lnTo>
                  <a:pt x="876528" y="207873"/>
                </a:lnTo>
                <a:lnTo>
                  <a:pt x="941832" y="207873"/>
                </a:lnTo>
                <a:lnTo>
                  <a:pt x="943611" y="203701"/>
                </a:lnTo>
                <a:lnTo>
                  <a:pt x="945575" y="195402"/>
                </a:lnTo>
                <a:lnTo>
                  <a:pt x="946238" y="186423"/>
                </a:lnTo>
                <a:lnTo>
                  <a:pt x="946188" y="185343"/>
                </a:lnTo>
                <a:lnTo>
                  <a:pt x="946075" y="182956"/>
                </a:lnTo>
                <a:lnTo>
                  <a:pt x="945977" y="180873"/>
                </a:lnTo>
                <a:lnTo>
                  <a:pt x="945882" y="178854"/>
                </a:lnTo>
                <a:lnTo>
                  <a:pt x="944808" y="171862"/>
                </a:lnTo>
                <a:lnTo>
                  <a:pt x="925309" y="142252"/>
                </a:lnTo>
                <a:lnTo>
                  <a:pt x="918984" y="137756"/>
                </a:lnTo>
                <a:lnTo>
                  <a:pt x="912177" y="134226"/>
                </a:lnTo>
                <a:lnTo>
                  <a:pt x="897597" y="129044"/>
                </a:lnTo>
                <a:lnTo>
                  <a:pt x="890229" y="126796"/>
                </a:lnTo>
                <a:lnTo>
                  <a:pt x="882421" y="124828"/>
                </a:lnTo>
                <a:lnTo>
                  <a:pt x="874496" y="122555"/>
                </a:lnTo>
                <a:lnTo>
                  <a:pt x="843084" y="100647"/>
                </a:lnTo>
                <a:lnTo>
                  <a:pt x="843038" y="94729"/>
                </a:lnTo>
                <a:lnTo>
                  <a:pt x="844283" y="91020"/>
                </a:lnTo>
                <a:lnTo>
                  <a:pt x="849299" y="85674"/>
                </a:lnTo>
                <a:lnTo>
                  <a:pt x="852645" y="83750"/>
                </a:lnTo>
                <a:lnTo>
                  <a:pt x="855183" y="82969"/>
                </a:lnTo>
                <a:lnTo>
                  <a:pt x="857211" y="82372"/>
                </a:lnTo>
                <a:lnTo>
                  <a:pt x="861656" y="81000"/>
                </a:lnTo>
                <a:lnTo>
                  <a:pt x="866305" y="80314"/>
                </a:lnTo>
                <a:lnTo>
                  <a:pt x="941897" y="80314"/>
                </a:lnTo>
                <a:lnTo>
                  <a:pt x="941717" y="77381"/>
                </a:lnTo>
                <a:lnTo>
                  <a:pt x="939977" y="72847"/>
                </a:lnTo>
                <a:lnTo>
                  <a:pt x="936840" y="69380"/>
                </a:lnTo>
                <a:lnTo>
                  <a:pt x="932400" y="64407"/>
                </a:lnTo>
                <a:lnTo>
                  <a:pt x="886612" y="42773"/>
                </a:lnTo>
                <a:lnTo>
                  <a:pt x="879233" y="41960"/>
                </a:lnTo>
                <a:close/>
              </a:path>
              <a:path w="946784" h="245745">
                <a:moveTo>
                  <a:pt x="941897" y="80314"/>
                </a:moveTo>
                <a:lnTo>
                  <a:pt x="879005" y="80314"/>
                </a:lnTo>
                <a:lnTo>
                  <a:pt x="886117" y="81686"/>
                </a:lnTo>
                <a:lnTo>
                  <a:pt x="898880" y="87096"/>
                </a:lnTo>
                <a:lnTo>
                  <a:pt x="904223" y="91020"/>
                </a:lnTo>
                <a:lnTo>
                  <a:pt x="908469" y="96113"/>
                </a:lnTo>
                <a:lnTo>
                  <a:pt x="911948" y="99656"/>
                </a:lnTo>
                <a:lnTo>
                  <a:pt x="916165" y="101612"/>
                </a:lnTo>
                <a:lnTo>
                  <a:pt x="921118" y="102019"/>
                </a:lnTo>
                <a:lnTo>
                  <a:pt x="926071" y="102362"/>
                </a:lnTo>
                <a:lnTo>
                  <a:pt x="930630" y="101015"/>
                </a:lnTo>
                <a:lnTo>
                  <a:pt x="934796" y="98005"/>
                </a:lnTo>
                <a:lnTo>
                  <a:pt x="940028" y="93497"/>
                </a:lnTo>
                <a:lnTo>
                  <a:pt x="942454" y="88493"/>
                </a:lnTo>
                <a:lnTo>
                  <a:pt x="942354" y="87096"/>
                </a:lnTo>
                <a:lnTo>
                  <a:pt x="942253" y="85674"/>
                </a:lnTo>
                <a:lnTo>
                  <a:pt x="942163" y="84416"/>
                </a:lnTo>
                <a:lnTo>
                  <a:pt x="942060" y="82969"/>
                </a:lnTo>
                <a:lnTo>
                  <a:pt x="941939" y="81000"/>
                </a:lnTo>
                <a:lnTo>
                  <a:pt x="941897" y="80314"/>
                </a:lnTo>
                <a:close/>
              </a:path>
            </a:pathLst>
          </a:custGeom>
          <a:solidFill>
            <a:srgbClr val="B7544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98224" y="5109083"/>
            <a:ext cx="2569514" cy="2769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962538" y="3343516"/>
            <a:ext cx="6538595" cy="296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4320" marR="5080" indent="-262255">
              <a:lnSpc>
                <a:spcPct val="100000"/>
              </a:lnSpc>
              <a:spcBef>
                <a:spcPts val="105"/>
              </a:spcBef>
            </a:pP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master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web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scraping,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adhere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B75442"/>
                </a:solidFill>
                <a:latin typeface="Tahoma"/>
                <a:cs typeface="Tahoma"/>
              </a:rPr>
              <a:t>best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practices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such</a:t>
            </a:r>
            <a:r>
              <a:rPr sz="2750" spc="-8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as</a:t>
            </a:r>
            <a:endParaRPr sz="2750">
              <a:latin typeface="Tahoma"/>
              <a:cs typeface="Tahoma"/>
            </a:endParaRPr>
          </a:p>
          <a:p>
            <a:pPr marL="383540" marR="351155" indent="927100">
              <a:lnSpc>
                <a:spcPct val="100000"/>
              </a:lnSpc>
            </a:pPr>
            <a:r>
              <a:rPr sz="2750" spc="-240" dirty="0">
                <a:solidFill>
                  <a:srgbClr val="B75442"/>
                </a:solidFill>
                <a:latin typeface="Tahoma"/>
                <a:cs typeface="Tahoma"/>
              </a:rPr>
              <a:t>,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minimizing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requests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B75442"/>
                </a:solidFill>
                <a:latin typeface="Tahoma"/>
                <a:cs typeface="Tahoma"/>
              </a:rPr>
              <a:t>to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avoid </a:t>
            </a:r>
            <a:r>
              <a:rPr sz="2750" spc="120" dirty="0">
                <a:solidFill>
                  <a:srgbClr val="B75442"/>
                </a:solidFill>
                <a:latin typeface="Tahoma"/>
                <a:cs typeface="Tahoma"/>
              </a:rPr>
              <a:t>server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B75442"/>
                </a:solidFill>
                <a:latin typeface="Tahoma"/>
                <a:cs typeface="Tahoma"/>
              </a:rPr>
              <a:t>overload,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9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B75442"/>
                </a:solidFill>
                <a:latin typeface="Tahoma"/>
                <a:cs typeface="Tahoma"/>
              </a:rPr>
              <a:t>maintaining</a:t>
            </a:r>
            <a:r>
              <a:rPr sz="2750" spc="-8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90" dirty="0">
                <a:solidFill>
                  <a:srgbClr val="B75442"/>
                </a:solidFill>
                <a:latin typeface="Tahoma"/>
                <a:cs typeface="Tahoma"/>
              </a:rPr>
              <a:t>a</a:t>
            </a:r>
            <a:endParaRPr sz="2750">
              <a:latin typeface="Tahoma"/>
              <a:cs typeface="Tahoma"/>
            </a:endParaRPr>
          </a:p>
          <a:p>
            <a:pPr marL="210185" marR="202565" indent="2996565">
              <a:lnSpc>
                <a:spcPct val="100000"/>
              </a:lnSpc>
            </a:pPr>
            <a:r>
              <a:rPr sz="2750" spc="-280" dirty="0">
                <a:solidFill>
                  <a:srgbClr val="B75442"/>
                </a:solidFill>
                <a:latin typeface="Tahoma"/>
                <a:cs typeface="Tahoma"/>
              </a:rPr>
              <a:t>.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B75442"/>
                </a:solidFill>
                <a:latin typeface="Tahoma"/>
                <a:cs typeface="Tahoma"/>
              </a:rPr>
              <a:t>Following</a:t>
            </a:r>
            <a:r>
              <a:rPr sz="2750" spc="-10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B75442"/>
                </a:solidFill>
                <a:latin typeface="Tahoma"/>
                <a:cs typeface="Tahoma"/>
              </a:rPr>
              <a:t>these </a:t>
            </a:r>
            <a:r>
              <a:rPr sz="2750" spc="70" dirty="0">
                <a:solidFill>
                  <a:srgbClr val="B75442"/>
                </a:solidFill>
                <a:latin typeface="Tahoma"/>
                <a:cs typeface="Tahoma"/>
              </a:rPr>
              <a:t>guidelines</a:t>
            </a:r>
            <a:r>
              <a:rPr sz="2750" spc="-7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B75442"/>
                </a:solidFill>
                <a:latin typeface="Tahoma"/>
                <a:cs typeface="Tahoma"/>
              </a:rPr>
              <a:t>will</a:t>
            </a:r>
            <a:r>
              <a:rPr sz="2750" spc="-7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enhance</a:t>
            </a:r>
            <a:r>
              <a:rPr sz="2750" spc="-7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B75442"/>
                </a:solidFill>
                <a:latin typeface="Tahoma"/>
                <a:cs typeface="Tahoma"/>
              </a:rPr>
              <a:t>your</a:t>
            </a:r>
            <a:r>
              <a:rPr sz="2750" spc="-7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B75442"/>
                </a:solidFill>
                <a:latin typeface="Tahoma"/>
                <a:cs typeface="Tahoma"/>
              </a:rPr>
              <a:t>scraping</a:t>
            </a:r>
            <a:endParaRPr sz="2750">
              <a:latin typeface="Tahoma"/>
              <a:cs typeface="Tahoma"/>
            </a:endParaRPr>
          </a:p>
          <a:p>
            <a:pPr marL="1276350">
              <a:lnSpc>
                <a:spcPct val="100000"/>
              </a:lnSpc>
              <a:spcBef>
                <a:spcPts val="75"/>
              </a:spcBef>
            </a:pPr>
            <a:r>
              <a:rPr sz="2750" spc="110" dirty="0">
                <a:solidFill>
                  <a:srgbClr val="B75442"/>
                </a:solidFill>
                <a:latin typeface="Tahoma"/>
                <a:cs typeface="Tahoma"/>
              </a:rPr>
              <a:t>e</a:t>
            </a:r>
            <a:r>
              <a:rPr sz="2750" spc="505" dirty="0">
                <a:solidFill>
                  <a:srgbClr val="B75442"/>
                </a:solidFill>
                <a:latin typeface="Tahoma"/>
                <a:cs typeface="Tahoma"/>
              </a:rPr>
              <a:t>  </a:t>
            </a:r>
            <a:r>
              <a:rPr sz="2750" spc="105" dirty="0">
                <a:solidFill>
                  <a:srgbClr val="B75442"/>
                </a:solidFill>
                <a:latin typeface="Tahoma"/>
                <a:cs typeface="Tahoma"/>
              </a:rPr>
              <a:t>ciency</a:t>
            </a:r>
            <a:r>
              <a:rPr sz="2750" spc="-100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B75442"/>
                </a:solidFill>
                <a:latin typeface="Tahoma"/>
                <a:cs typeface="Tahoma"/>
              </a:rPr>
              <a:t>and</a:t>
            </a:r>
            <a:r>
              <a:rPr sz="2750" spc="-95" dirty="0">
                <a:solidFill>
                  <a:srgbClr val="B75442"/>
                </a:solidFill>
                <a:latin typeface="Tahoma"/>
                <a:cs typeface="Tahoma"/>
              </a:rPr>
              <a:t> </a:t>
            </a:r>
            <a:r>
              <a:rPr sz="2750" spc="35" dirty="0">
                <a:solidFill>
                  <a:srgbClr val="B75442"/>
                </a:solidFill>
                <a:latin typeface="Tahoma"/>
                <a:cs typeface="Tahoma"/>
              </a:rPr>
              <a:t>reliability.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9234170" marR="5080" indent="-1730375">
              <a:lnSpc>
                <a:spcPts val="3300"/>
              </a:lnSpc>
              <a:spcBef>
                <a:spcPts val="775"/>
              </a:spcBef>
            </a:pPr>
            <a:r>
              <a:rPr sz="3300" spc="150" dirty="0">
                <a:solidFill>
                  <a:srgbClr val="434343"/>
                </a:solidFill>
              </a:rPr>
              <a:t>BEST</a:t>
            </a:r>
            <a:r>
              <a:rPr sz="3300" spc="90" dirty="0">
                <a:solidFill>
                  <a:srgbClr val="434343"/>
                </a:solidFill>
              </a:rPr>
              <a:t> </a:t>
            </a:r>
            <a:r>
              <a:rPr sz="3300" spc="180" dirty="0">
                <a:solidFill>
                  <a:srgbClr val="434343"/>
                </a:solidFill>
              </a:rPr>
              <a:t>PRACTICES</a:t>
            </a:r>
            <a:r>
              <a:rPr sz="3300" spc="90" dirty="0">
                <a:solidFill>
                  <a:srgbClr val="434343"/>
                </a:solidFill>
              </a:rPr>
              <a:t> </a:t>
            </a:r>
            <a:r>
              <a:rPr sz="3300" spc="265" dirty="0">
                <a:solidFill>
                  <a:srgbClr val="434343"/>
                </a:solidFill>
              </a:rPr>
              <a:t>FOR</a:t>
            </a:r>
            <a:r>
              <a:rPr sz="3300" spc="90" dirty="0">
                <a:solidFill>
                  <a:srgbClr val="434343"/>
                </a:solidFill>
              </a:rPr>
              <a:t> </a:t>
            </a:r>
            <a:r>
              <a:rPr sz="3300" spc="290" dirty="0">
                <a:solidFill>
                  <a:srgbClr val="434343"/>
                </a:solidFill>
              </a:rPr>
              <a:t>WEB </a:t>
            </a:r>
            <a:r>
              <a:rPr sz="3300" spc="265" dirty="0">
                <a:solidFill>
                  <a:srgbClr val="434343"/>
                </a:solidFill>
              </a:rPr>
              <a:t>SCRAPING</a:t>
            </a:r>
            <a:endParaRPr sz="3300"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347345" cy="3810000"/>
          </a:xfrm>
          <a:custGeom>
            <a:avLst/>
            <a:gdLst/>
            <a:ahLst/>
            <a:cxnLst/>
            <a:rect l="l" t="t" r="r" b="b"/>
            <a:pathLst>
              <a:path w="347345" h="3810000">
                <a:moveTo>
                  <a:pt x="0" y="3809707"/>
                </a:moveTo>
                <a:lnTo>
                  <a:pt x="346774" y="3809707"/>
                </a:lnTo>
                <a:lnTo>
                  <a:pt x="346774" y="0"/>
                </a:lnTo>
                <a:lnTo>
                  <a:pt x="0" y="0"/>
                </a:lnTo>
                <a:lnTo>
                  <a:pt x="0" y="3809707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4465" y="2583281"/>
            <a:ext cx="8848724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01" y="0"/>
            <a:ext cx="18259425" cy="352425"/>
          </a:xfrm>
          <a:custGeom>
            <a:avLst/>
            <a:gdLst/>
            <a:ahLst/>
            <a:cxnLst/>
            <a:rect l="l" t="t" r="r" b="b"/>
            <a:pathLst>
              <a:path w="18259425" h="352425">
                <a:moveTo>
                  <a:pt x="18259425" y="0"/>
                </a:moveTo>
                <a:lnTo>
                  <a:pt x="0" y="0"/>
                </a:lnTo>
                <a:lnTo>
                  <a:pt x="0" y="352425"/>
                </a:lnTo>
                <a:lnTo>
                  <a:pt x="18259425" y="352425"/>
                </a:lnTo>
                <a:lnTo>
                  <a:pt x="18259425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8852503"/>
            <a:ext cx="352425" cy="1435735"/>
          </a:xfrm>
          <a:custGeom>
            <a:avLst/>
            <a:gdLst/>
            <a:ahLst/>
            <a:cxnLst/>
            <a:rect l="l" t="t" r="r" b="b"/>
            <a:pathLst>
              <a:path w="352425" h="1435734">
                <a:moveTo>
                  <a:pt x="352424" y="0"/>
                </a:moveTo>
                <a:lnTo>
                  <a:pt x="0" y="0"/>
                </a:lnTo>
                <a:lnTo>
                  <a:pt x="0" y="1435258"/>
                </a:lnTo>
                <a:lnTo>
                  <a:pt x="352424" y="1435258"/>
                </a:lnTo>
                <a:lnTo>
                  <a:pt x="352424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40018" y="8852507"/>
            <a:ext cx="348615" cy="1435100"/>
          </a:xfrm>
          <a:custGeom>
            <a:avLst/>
            <a:gdLst/>
            <a:ahLst/>
            <a:cxnLst/>
            <a:rect l="l" t="t" r="r" b="b"/>
            <a:pathLst>
              <a:path w="348615" h="1435100">
                <a:moveTo>
                  <a:pt x="348000" y="0"/>
                </a:moveTo>
                <a:lnTo>
                  <a:pt x="0" y="0"/>
                </a:lnTo>
                <a:lnTo>
                  <a:pt x="0" y="1434490"/>
                </a:lnTo>
                <a:lnTo>
                  <a:pt x="348000" y="1434490"/>
                </a:lnTo>
                <a:lnTo>
                  <a:pt x="348000" y="0"/>
                </a:lnTo>
                <a:close/>
              </a:path>
            </a:pathLst>
          </a:custGeom>
          <a:solidFill>
            <a:srgbClr val="DB75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8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0" dirty="0"/>
              <a:t>CONCLUSION</a:t>
            </a:r>
            <a:r>
              <a:rPr spc="110" dirty="0"/>
              <a:t> </a:t>
            </a:r>
            <a:r>
              <a:rPr spc="570" dirty="0"/>
              <a:t>AND</a:t>
            </a:r>
            <a:r>
              <a:rPr spc="114" dirty="0"/>
              <a:t> </a:t>
            </a:r>
            <a:r>
              <a:rPr spc="245" dirty="0"/>
              <a:t>FUTURE</a:t>
            </a:r>
            <a:r>
              <a:rPr spc="114" dirty="0"/>
              <a:t> </a:t>
            </a:r>
            <a:r>
              <a:rPr spc="385" dirty="0"/>
              <a:t>TRENDS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0493" y="4849406"/>
            <a:ext cx="1543545" cy="2769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6867" y="4849406"/>
            <a:ext cx="1038961" cy="2769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25062" y="3922039"/>
            <a:ext cx="10839450" cy="1703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  <a:tabLst>
                <a:tab pos="6384925" algn="l"/>
                <a:tab pos="8256905" algn="l"/>
              </a:tabLst>
            </a:pPr>
            <a:r>
              <a:rPr sz="2750" spc="-140" dirty="0">
                <a:solidFill>
                  <a:srgbClr val="434343"/>
                </a:solidFill>
                <a:latin typeface="Tahoma"/>
                <a:cs typeface="Tahoma"/>
              </a:rPr>
              <a:t>In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434343"/>
                </a:solidFill>
                <a:latin typeface="Tahoma"/>
                <a:cs typeface="Tahoma"/>
              </a:rPr>
              <a:t>conclusion,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434343"/>
                </a:solidFill>
                <a:latin typeface="Tahoma"/>
                <a:cs typeface="Tahoma"/>
              </a:rPr>
              <a:t>mastering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434343"/>
                </a:solidFill>
                <a:latin typeface="Tahoma"/>
                <a:cs typeface="Tahoma"/>
              </a:rPr>
              <a:t>web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10" dirty="0">
                <a:solidFill>
                  <a:srgbClr val="434343"/>
                </a:solidFill>
                <a:latin typeface="Tahoma"/>
                <a:cs typeface="Tahoma"/>
              </a:rPr>
              <a:t>scraping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434343"/>
                </a:solidFill>
                <a:latin typeface="Tahoma"/>
                <a:cs typeface="Tahoma"/>
              </a:rPr>
              <a:t>requires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434343"/>
                </a:solidFill>
                <a:latin typeface="Tahoma"/>
                <a:cs typeface="Tahoma"/>
              </a:rPr>
              <a:t>understanding </a:t>
            </a:r>
            <a:r>
              <a:rPr sz="2750" spc="100" dirty="0">
                <a:solidFill>
                  <a:srgbClr val="434343"/>
                </a:solidFill>
                <a:latin typeface="Tahoma"/>
                <a:cs typeface="Tahoma"/>
              </a:rPr>
              <a:t>various</a:t>
            </a:r>
            <a:r>
              <a:rPr sz="2750" spc="-10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434343"/>
                </a:solidFill>
                <a:latin typeface="Tahoma"/>
                <a:cs typeface="Tahoma"/>
              </a:rPr>
              <a:t>techniques</a:t>
            </a:r>
            <a:r>
              <a:rPr sz="2750" spc="-9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45" dirty="0">
                <a:solidFill>
                  <a:srgbClr val="434343"/>
                </a:solidFill>
                <a:latin typeface="Tahoma"/>
                <a:cs typeface="Tahoma"/>
              </a:rPr>
              <a:t>and</a:t>
            </a:r>
            <a:r>
              <a:rPr sz="2750" spc="-10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434343"/>
                </a:solidFill>
                <a:latin typeface="Tahoma"/>
                <a:cs typeface="Tahoma"/>
              </a:rPr>
              <a:t>adhering</a:t>
            </a:r>
            <a:r>
              <a:rPr sz="2750" spc="-9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434343"/>
                </a:solidFill>
                <a:latin typeface="Tahoma"/>
                <a:cs typeface="Tahoma"/>
              </a:rPr>
              <a:t>to</a:t>
            </a:r>
            <a:r>
              <a:rPr sz="2750" spc="-9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434343"/>
                </a:solidFill>
                <a:latin typeface="Tahoma"/>
                <a:cs typeface="Tahoma"/>
              </a:rPr>
              <a:t>best</a:t>
            </a:r>
            <a:r>
              <a:rPr sz="2750" spc="-10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434343"/>
                </a:solidFill>
                <a:latin typeface="Tahoma"/>
                <a:cs typeface="Tahoma"/>
              </a:rPr>
              <a:t>practices.</a:t>
            </a:r>
            <a:r>
              <a:rPr sz="2750" spc="-9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434343"/>
                </a:solidFill>
                <a:latin typeface="Tahoma"/>
                <a:cs typeface="Tahoma"/>
              </a:rPr>
              <a:t>As</a:t>
            </a:r>
            <a:r>
              <a:rPr sz="2750" spc="-9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434343"/>
                </a:solidFill>
                <a:latin typeface="Tahoma"/>
                <a:cs typeface="Tahoma"/>
              </a:rPr>
              <a:t>technology </a:t>
            </a:r>
            <a:r>
              <a:rPr sz="2750" spc="45" dirty="0">
                <a:solidFill>
                  <a:srgbClr val="434343"/>
                </a:solidFill>
                <a:latin typeface="Tahoma"/>
                <a:cs typeface="Tahoma"/>
              </a:rPr>
              <a:t>evolves,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434343"/>
                </a:solidFill>
                <a:latin typeface="Tahoma"/>
                <a:cs typeface="Tahoma"/>
              </a:rPr>
              <a:t>staying</a:t>
            </a:r>
            <a:r>
              <a:rPr sz="2750" spc="-8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434343"/>
                </a:solidFill>
                <a:latin typeface="Tahoma"/>
                <a:cs typeface="Tahoma"/>
              </a:rPr>
              <a:t>updated</a:t>
            </a:r>
            <a:r>
              <a:rPr sz="2750" spc="-8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434343"/>
                </a:solidFill>
                <a:latin typeface="Tahoma"/>
                <a:cs typeface="Tahoma"/>
              </a:rPr>
              <a:t>on</a:t>
            </a:r>
            <a:r>
              <a:rPr sz="2750" dirty="0">
                <a:solidFill>
                  <a:srgbClr val="434343"/>
                </a:solidFill>
                <a:latin typeface="Tahoma"/>
                <a:cs typeface="Tahoma"/>
              </a:rPr>
              <a:t>	</a:t>
            </a:r>
            <a:r>
              <a:rPr sz="2750" spc="120" dirty="0">
                <a:solidFill>
                  <a:srgbClr val="434343"/>
                </a:solidFill>
                <a:latin typeface="Tahoma"/>
                <a:cs typeface="Tahoma"/>
              </a:rPr>
              <a:t>and</a:t>
            </a:r>
            <a:r>
              <a:rPr sz="2750" dirty="0">
                <a:solidFill>
                  <a:srgbClr val="434343"/>
                </a:solidFill>
                <a:latin typeface="Tahoma"/>
                <a:cs typeface="Tahoma"/>
              </a:rPr>
              <a:t>	in</a:t>
            </a:r>
            <a:r>
              <a:rPr sz="2750" spc="-8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95" dirty="0">
                <a:solidFill>
                  <a:srgbClr val="434343"/>
                </a:solidFill>
                <a:latin typeface="Tahoma"/>
                <a:cs typeface="Tahoma"/>
              </a:rPr>
              <a:t>web</a:t>
            </a:r>
            <a:r>
              <a:rPr sz="2750" spc="-8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00" dirty="0">
                <a:solidFill>
                  <a:srgbClr val="434343"/>
                </a:solidFill>
                <a:latin typeface="Tahoma"/>
                <a:cs typeface="Tahoma"/>
              </a:rPr>
              <a:t>scraping </a:t>
            </a:r>
            <a:r>
              <a:rPr sz="2750" dirty="0">
                <a:solidFill>
                  <a:srgbClr val="434343"/>
                </a:solidFill>
                <a:latin typeface="Tahoma"/>
                <a:cs typeface="Tahoma"/>
              </a:rPr>
              <a:t>will</a:t>
            </a:r>
            <a:r>
              <a:rPr sz="2750" spc="-8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30" dirty="0">
                <a:solidFill>
                  <a:srgbClr val="434343"/>
                </a:solidFill>
                <a:latin typeface="Tahoma"/>
                <a:cs typeface="Tahoma"/>
              </a:rPr>
              <a:t>be</a:t>
            </a:r>
            <a:r>
              <a:rPr sz="2750" spc="-7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434343"/>
                </a:solidFill>
                <a:latin typeface="Tahoma"/>
                <a:cs typeface="Tahoma"/>
              </a:rPr>
              <a:t>essential</a:t>
            </a:r>
            <a:r>
              <a:rPr sz="2750" spc="-7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25" dirty="0">
                <a:solidFill>
                  <a:srgbClr val="434343"/>
                </a:solidFill>
                <a:latin typeface="Tahoma"/>
                <a:cs typeface="Tahoma"/>
              </a:rPr>
              <a:t>for</a:t>
            </a:r>
            <a:r>
              <a:rPr sz="2750" spc="-8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85" dirty="0">
                <a:solidFill>
                  <a:srgbClr val="434343"/>
                </a:solidFill>
                <a:latin typeface="Tahoma"/>
                <a:cs typeface="Tahoma"/>
              </a:rPr>
              <a:t>continued</a:t>
            </a:r>
            <a:r>
              <a:rPr sz="2750" spc="-7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434343"/>
                </a:solidFill>
                <a:latin typeface="Tahoma"/>
                <a:cs typeface="Tahoma"/>
              </a:rPr>
              <a:t>success</a:t>
            </a:r>
            <a:r>
              <a:rPr sz="2750" spc="-7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434343"/>
                </a:solidFill>
                <a:latin typeface="Tahoma"/>
                <a:cs typeface="Tahoma"/>
              </a:rPr>
              <a:t>in</a:t>
            </a:r>
            <a:r>
              <a:rPr sz="2750" spc="-8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175" dirty="0">
                <a:solidFill>
                  <a:srgbClr val="434343"/>
                </a:solidFill>
                <a:latin typeface="Tahoma"/>
                <a:cs typeface="Tahoma"/>
              </a:rPr>
              <a:t>data</a:t>
            </a:r>
            <a:r>
              <a:rPr sz="2750" spc="-75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434343"/>
                </a:solidFill>
                <a:latin typeface="Tahoma"/>
                <a:cs typeface="Tahoma"/>
              </a:rPr>
              <a:t>extraction.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5266" y="2102332"/>
            <a:ext cx="3609340" cy="1225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850" spc="-90" dirty="0">
                <a:solidFill>
                  <a:srgbClr val="434343"/>
                </a:solidFill>
              </a:rPr>
              <a:t>Thanks!</a:t>
            </a:r>
            <a:endParaRPr sz="7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531</Words>
  <Application>Microsoft Office PowerPoint</Application>
  <PresentationFormat>Custom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Tahoma</vt:lpstr>
      <vt:lpstr>Trebuchet MS</vt:lpstr>
      <vt:lpstr>Office Theme</vt:lpstr>
      <vt:lpstr>PowerPoint Presentation</vt:lpstr>
      <vt:lpstr>INTRODUCTION TO WEB SCRAPING</vt:lpstr>
      <vt:lpstr>UNDERSTANDING WEB SCRAPING</vt:lpstr>
      <vt:lpstr>COMMON TOOLS AND LIBRARIES</vt:lpstr>
      <vt:lpstr>HTTP REQUESTS EXPLAINED</vt:lpstr>
      <vt:lpstr>HTML STRUCTURE BASICS</vt:lpstr>
      <vt:lpstr>HANDLING DYNAMIC CONTENT</vt:lpstr>
      <vt:lpstr>RESPECTING ROBOTS.TXT</vt:lpstr>
      <vt:lpstr>DATA CLEANING TECHNIQUES</vt:lpstr>
      <vt:lpstr>STAYING ANONYMOUS WHILE SCRAPING</vt:lpstr>
      <vt:lpstr>ERROR HANDLING STRATEGIES</vt:lpstr>
      <vt:lpstr>BEST PRACTICES FOR WEB SCRAPING</vt:lpstr>
      <vt:lpstr>CONCLUSION AND FUTURE TRENDS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PRAFUL SOLANKI</cp:lastModifiedBy>
  <cp:revision>1</cp:revision>
  <dcterms:created xsi:type="dcterms:W3CDTF">2025-02-20T08:05:03Z</dcterms:created>
  <dcterms:modified xsi:type="dcterms:W3CDTF">2025-03-05T06:12:15Z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2025-02-20T00:00:00Z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2025-02-20T00:00:00Z</vt:filetime>
  </property>
  <property fmtid="{D5CDD505-2E9C-101B-9397-08002B2CF9AE}" pid="5" name="Producer">
    <vt:lpwstr>GPL Ghostscript 10.04.0</vt:lpwstr>
  </property>
</Properties>
</file>